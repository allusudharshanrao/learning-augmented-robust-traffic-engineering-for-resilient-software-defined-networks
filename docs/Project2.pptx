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74" r:id="rId5"/>
    <p:sldId id="277" r:id="rId6"/>
    <p:sldId id="275" r:id="rId7"/>
    <p:sldId id="258" r:id="rId8"/>
    <p:sldId id="278" r:id="rId9"/>
    <p:sldId id="280" r:id="rId10"/>
    <p:sldId id="259" r:id="rId11"/>
    <p:sldId id="279" r:id="rId12"/>
    <p:sldId id="260" r:id="rId13"/>
    <p:sldId id="261" r:id="rId14"/>
    <p:sldId id="263" r:id="rId15"/>
    <p:sldId id="264" r:id="rId16"/>
    <p:sldId id="271" r:id="rId17"/>
    <p:sldId id="265" r:id="rId18"/>
    <p:sldId id="266" r:id="rId19"/>
    <p:sldId id="267" r:id="rId20"/>
    <p:sldId id="268" r:id="rId21"/>
    <p:sldId id="270" r:id="rId22"/>
    <p:sldId id="281" r:id="rId23"/>
    <p:sldId id="28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2" y="-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41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271329" y="1430708"/>
            <a:ext cx="8610600" cy="0"/>
          </a:xfrm>
          <a:prstGeom prst="line">
            <a:avLst/>
          </a:prstGeom>
          <a:ln>
            <a:solidFill>
              <a:srgbClr val="3366FF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644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08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637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63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81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90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077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4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15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04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7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200" kern="1200">
          <a:solidFill>
            <a:srgbClr val="3366FF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Routing Decision in SDN:</a:t>
            </a:r>
            <a:br>
              <a:rPr lang="en-US" dirty="0"/>
            </a:br>
            <a:r>
              <a:rPr lang="en-US" dirty="0"/>
              <a:t>Performance of Reactive Flow</a:t>
            </a:r>
            <a:br>
              <a:rPr lang="en-US" dirty="0"/>
            </a:br>
            <a:r>
              <a:rPr lang="en-US" dirty="0"/>
              <a:t>Installation in Max-min Fair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EL 7363 Final Project</a:t>
            </a:r>
            <a:endParaRPr lang="en-US" sz="2400" dirty="0" smtClean="0"/>
          </a:p>
          <a:p>
            <a:r>
              <a:rPr lang="en-US" sz="2400" dirty="0" err="1" smtClean="0"/>
              <a:t>Kuan</a:t>
            </a:r>
            <a:r>
              <a:rPr lang="en-US" sz="2400" dirty="0" smtClean="0"/>
              <a:t>-yin </a:t>
            </a:r>
            <a:r>
              <a:rPr lang="en-US" sz="2400" dirty="0" smtClean="0"/>
              <a:t>Chen, Soheil Abbasloo</a:t>
            </a:r>
          </a:p>
          <a:p>
            <a:r>
              <a:rPr lang="en-US" sz="2400" dirty="0" smtClean="0"/>
              <a:t>Spring 2015</a:t>
            </a:r>
          </a:p>
          <a:p>
            <a:r>
              <a:rPr lang="en-US" sz="2400" dirty="0" smtClean="0"/>
              <a:t>NYU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908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ECMP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Traditional Load Balancing schemes like ECMP are Local-Aware </a:t>
            </a:r>
          </a:p>
          <a:p>
            <a:pPr lvl="1"/>
            <a:r>
              <a:rPr lang="en-US" dirty="0" smtClean="0"/>
              <a:t>No Global Sense of the bottlenecks in the network</a:t>
            </a:r>
          </a:p>
          <a:p>
            <a:pPr lvl="1"/>
            <a:r>
              <a:rPr lang="en-US" dirty="0" smtClean="0"/>
              <a:t>Local-awareness makes them sub optimal solutions for </a:t>
            </a:r>
            <a:r>
              <a:rPr lang="en-US" b="1" dirty="0"/>
              <a:t>Max-Min </a:t>
            </a:r>
            <a:r>
              <a:rPr lang="en-US" b="1" dirty="0" smtClean="0"/>
              <a:t>fairness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88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roup 514"/>
          <p:cNvGrpSpPr/>
          <p:nvPr/>
        </p:nvGrpSpPr>
        <p:grpSpPr>
          <a:xfrm>
            <a:off x="1132320" y="2369820"/>
            <a:ext cx="5801880" cy="4259580"/>
            <a:chOff x="1132320" y="2369820"/>
            <a:chExt cx="5801880" cy="4259580"/>
          </a:xfrm>
        </p:grpSpPr>
        <p:grpSp>
          <p:nvGrpSpPr>
            <p:cNvPr id="516" name="Group 515"/>
            <p:cNvGrpSpPr/>
            <p:nvPr/>
          </p:nvGrpSpPr>
          <p:grpSpPr>
            <a:xfrm>
              <a:off x="4363525" y="3684397"/>
              <a:ext cx="2570675" cy="1693032"/>
              <a:chOff x="4744526" y="3500765"/>
              <a:chExt cx="2570675" cy="1693032"/>
            </a:xfrm>
          </p:grpSpPr>
          <p:cxnSp>
            <p:nvCxnSpPr>
              <p:cNvPr id="647" name="Straight Arrow Connector 646"/>
              <p:cNvCxnSpPr>
                <a:stCxn id="652" idx="0"/>
              </p:cNvCxnSpPr>
              <p:nvPr/>
            </p:nvCxnSpPr>
            <p:spPr>
              <a:xfrm rot="16200000" flipH="1" flipV="1">
                <a:off x="5235430" y="3876080"/>
                <a:ext cx="844654" cy="1790780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8" name="Group 647"/>
              <p:cNvGrpSpPr/>
              <p:nvPr/>
            </p:nvGrpSpPr>
            <p:grpSpPr>
              <a:xfrm rot="16200000" flipH="1">
                <a:off x="6467372" y="3972296"/>
                <a:ext cx="933603" cy="762054"/>
                <a:chOff x="4148916" y="5105346"/>
                <a:chExt cx="933603" cy="762054"/>
              </a:xfrm>
            </p:grpSpPr>
            <p:grpSp>
              <p:nvGrpSpPr>
                <p:cNvPr id="650" name="Group 649"/>
                <p:cNvGrpSpPr/>
                <p:nvPr/>
              </p:nvGrpSpPr>
              <p:grpSpPr>
                <a:xfrm>
                  <a:off x="4148916" y="5341482"/>
                  <a:ext cx="933603" cy="525918"/>
                  <a:chOff x="457200" y="4457617"/>
                  <a:chExt cx="1085821" cy="427364"/>
                </a:xfrm>
              </p:grpSpPr>
              <p:cxnSp>
                <p:nvCxnSpPr>
                  <p:cNvPr id="673" name="Straight Connector 672"/>
                  <p:cNvCxnSpPr/>
                  <p:nvPr/>
                </p:nvCxnSpPr>
                <p:spPr>
                  <a:xfrm flipV="1">
                    <a:off x="457200" y="4457617"/>
                    <a:ext cx="5300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4" name="Straight Connector 673"/>
                  <p:cNvCxnSpPr/>
                  <p:nvPr/>
                </p:nvCxnSpPr>
                <p:spPr>
                  <a:xfrm flipV="1">
                    <a:off x="609600" y="4457617"/>
                    <a:ext cx="3776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5" name="Straight Connector 674"/>
                  <p:cNvCxnSpPr/>
                  <p:nvPr/>
                </p:nvCxnSpPr>
                <p:spPr>
                  <a:xfrm flipV="1">
                    <a:off x="762000" y="4457617"/>
                    <a:ext cx="2252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6" name="Straight Connector 675"/>
                  <p:cNvCxnSpPr/>
                  <p:nvPr/>
                </p:nvCxnSpPr>
                <p:spPr>
                  <a:xfrm flipV="1">
                    <a:off x="914400" y="4457617"/>
                    <a:ext cx="728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77" name="Group 676"/>
                  <p:cNvGrpSpPr/>
                  <p:nvPr/>
                </p:nvGrpSpPr>
                <p:grpSpPr>
                  <a:xfrm flipH="1">
                    <a:off x="1012996" y="4465798"/>
                    <a:ext cx="530025" cy="419183"/>
                    <a:chOff x="609600" y="4610017"/>
                    <a:chExt cx="530025" cy="419183"/>
                  </a:xfrm>
                </p:grpSpPr>
                <p:cxnSp>
                  <p:nvCxnSpPr>
                    <p:cNvPr id="678" name="Straight Connector 677"/>
                    <p:cNvCxnSpPr/>
                    <p:nvPr/>
                  </p:nvCxnSpPr>
                  <p:spPr>
                    <a:xfrm flipV="1">
                      <a:off x="609600" y="4610017"/>
                      <a:ext cx="5300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9" name="Straight Connector 678"/>
                    <p:cNvCxnSpPr/>
                    <p:nvPr/>
                  </p:nvCxnSpPr>
                  <p:spPr>
                    <a:xfrm flipV="1">
                      <a:off x="762000" y="4610017"/>
                      <a:ext cx="3776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0" name="Straight Connector 679"/>
                    <p:cNvCxnSpPr/>
                    <p:nvPr/>
                  </p:nvCxnSpPr>
                  <p:spPr>
                    <a:xfrm flipV="1">
                      <a:off x="914400" y="4610017"/>
                      <a:ext cx="2252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1" name="Straight Connector 680"/>
                    <p:cNvCxnSpPr/>
                    <p:nvPr/>
                  </p:nvCxnSpPr>
                  <p:spPr>
                    <a:xfrm flipV="1">
                      <a:off x="1066800" y="4610017"/>
                      <a:ext cx="728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651" name="Group 650"/>
                <p:cNvGrpSpPr/>
                <p:nvPr/>
              </p:nvGrpSpPr>
              <p:grpSpPr>
                <a:xfrm>
                  <a:off x="4191000" y="5105346"/>
                  <a:ext cx="841076" cy="254393"/>
                  <a:chOff x="5220661" y="3675707"/>
                  <a:chExt cx="978209" cy="243008"/>
                </a:xfrm>
              </p:grpSpPr>
              <p:sp>
                <p:nvSpPr>
                  <p:cNvPr id="652" name="Rectangle 651"/>
                  <p:cNvSpPr/>
                  <p:nvPr/>
                </p:nvSpPr>
                <p:spPr>
                  <a:xfrm>
                    <a:off x="5220661" y="3675707"/>
                    <a:ext cx="978209" cy="243008"/>
                  </a:xfrm>
                  <a:prstGeom prst="rect">
                    <a:avLst/>
                  </a:prstGeom>
                  <a:ln>
                    <a:solidFill>
                      <a:schemeClr val="tx2"/>
                    </a:solidFill>
                  </a:ln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65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7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7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7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805702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cxnSp>
            <p:nvCxnSpPr>
              <p:cNvPr id="649" name="Straight Arrow Connector 648"/>
              <p:cNvCxnSpPr>
                <a:stCxn id="652" idx="0"/>
              </p:cNvCxnSpPr>
              <p:nvPr/>
            </p:nvCxnSpPr>
            <p:spPr>
              <a:xfrm flipH="1" flipV="1">
                <a:off x="4744526" y="3500765"/>
                <a:ext cx="1808620" cy="848379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7" name="Group 516"/>
            <p:cNvGrpSpPr/>
            <p:nvPr/>
          </p:nvGrpSpPr>
          <p:grpSpPr>
            <a:xfrm>
              <a:off x="1132320" y="2369820"/>
              <a:ext cx="2566645" cy="4259580"/>
              <a:chOff x="1894320" y="2369820"/>
              <a:chExt cx="2566645" cy="4259580"/>
            </a:xfrm>
          </p:grpSpPr>
          <p:cxnSp>
            <p:nvCxnSpPr>
              <p:cNvPr id="534" name="Straight Arrow Connector 533"/>
              <p:cNvCxnSpPr>
                <a:stCxn id="541" idx="0"/>
                <a:endCxn id="526" idx="3"/>
              </p:cNvCxnSpPr>
              <p:nvPr/>
            </p:nvCxnSpPr>
            <p:spPr>
              <a:xfrm flipV="1">
                <a:off x="2652958" y="3682067"/>
                <a:ext cx="1808007" cy="2487411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Straight Arrow Connector 534"/>
              <p:cNvCxnSpPr>
                <a:stCxn id="573" idx="0"/>
                <a:endCxn id="526" idx="3"/>
              </p:cNvCxnSpPr>
              <p:nvPr/>
            </p:nvCxnSpPr>
            <p:spPr>
              <a:xfrm>
                <a:off x="2665264" y="2841897"/>
                <a:ext cx="1795701" cy="840170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Straight Arrow Connector 535"/>
              <p:cNvCxnSpPr>
                <a:stCxn id="541" idx="0"/>
                <a:endCxn id="531" idx="2"/>
              </p:cNvCxnSpPr>
              <p:nvPr/>
            </p:nvCxnSpPr>
            <p:spPr>
              <a:xfrm flipV="1">
                <a:off x="2652958" y="5378828"/>
                <a:ext cx="1794197" cy="790650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7" name="Group 536"/>
              <p:cNvGrpSpPr/>
              <p:nvPr/>
            </p:nvGrpSpPr>
            <p:grpSpPr>
              <a:xfrm rot="5400000">
                <a:off x="1813340" y="2451500"/>
                <a:ext cx="933603" cy="770243"/>
                <a:chOff x="2286000" y="5096457"/>
                <a:chExt cx="933603" cy="770243"/>
              </a:xfrm>
            </p:grpSpPr>
            <p:grpSp>
              <p:nvGrpSpPr>
                <p:cNvPr id="571" name="Group 570"/>
                <p:cNvGrpSpPr/>
                <p:nvPr/>
              </p:nvGrpSpPr>
              <p:grpSpPr>
                <a:xfrm>
                  <a:off x="2286000" y="5340782"/>
                  <a:ext cx="933603" cy="525918"/>
                  <a:chOff x="457200" y="4457617"/>
                  <a:chExt cx="1085821" cy="427364"/>
                </a:xfrm>
              </p:grpSpPr>
              <p:cxnSp>
                <p:nvCxnSpPr>
                  <p:cNvPr id="638" name="Straight Connector 637"/>
                  <p:cNvCxnSpPr/>
                  <p:nvPr/>
                </p:nvCxnSpPr>
                <p:spPr>
                  <a:xfrm flipV="1">
                    <a:off x="457200" y="4457617"/>
                    <a:ext cx="5300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9" name="Straight Connector 638"/>
                  <p:cNvCxnSpPr/>
                  <p:nvPr/>
                </p:nvCxnSpPr>
                <p:spPr>
                  <a:xfrm flipV="1">
                    <a:off x="609600" y="4457617"/>
                    <a:ext cx="3776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0" name="Straight Connector 639"/>
                  <p:cNvCxnSpPr/>
                  <p:nvPr/>
                </p:nvCxnSpPr>
                <p:spPr>
                  <a:xfrm flipV="1">
                    <a:off x="762000" y="4457617"/>
                    <a:ext cx="2252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1" name="Straight Connector 640"/>
                  <p:cNvCxnSpPr/>
                  <p:nvPr/>
                </p:nvCxnSpPr>
                <p:spPr>
                  <a:xfrm flipV="1">
                    <a:off x="914400" y="4457617"/>
                    <a:ext cx="728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42" name="Group 641"/>
                  <p:cNvGrpSpPr/>
                  <p:nvPr/>
                </p:nvGrpSpPr>
                <p:grpSpPr>
                  <a:xfrm flipH="1">
                    <a:off x="1012996" y="4465798"/>
                    <a:ext cx="530025" cy="419183"/>
                    <a:chOff x="609600" y="4610017"/>
                    <a:chExt cx="530025" cy="419183"/>
                  </a:xfrm>
                </p:grpSpPr>
                <p:cxnSp>
                  <p:nvCxnSpPr>
                    <p:cNvPr id="643" name="Straight Connector 642"/>
                    <p:cNvCxnSpPr/>
                    <p:nvPr/>
                  </p:nvCxnSpPr>
                  <p:spPr>
                    <a:xfrm flipV="1">
                      <a:off x="609600" y="4610017"/>
                      <a:ext cx="5300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4" name="Straight Connector 643"/>
                    <p:cNvCxnSpPr/>
                    <p:nvPr/>
                  </p:nvCxnSpPr>
                  <p:spPr>
                    <a:xfrm flipV="1">
                      <a:off x="762000" y="4610017"/>
                      <a:ext cx="3776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5" name="Straight Connector 644"/>
                    <p:cNvCxnSpPr/>
                    <p:nvPr/>
                  </p:nvCxnSpPr>
                  <p:spPr>
                    <a:xfrm flipV="1">
                      <a:off x="914400" y="4610017"/>
                      <a:ext cx="2252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6" name="Straight Connector 645"/>
                    <p:cNvCxnSpPr/>
                    <p:nvPr/>
                  </p:nvCxnSpPr>
                  <p:spPr>
                    <a:xfrm flipV="1">
                      <a:off x="1066800" y="4610017"/>
                      <a:ext cx="728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72" name="Group 571"/>
                <p:cNvGrpSpPr/>
                <p:nvPr/>
              </p:nvGrpSpPr>
              <p:grpSpPr>
                <a:xfrm>
                  <a:off x="2337538" y="5096457"/>
                  <a:ext cx="841076" cy="254393"/>
                  <a:chOff x="5220661" y="3675707"/>
                  <a:chExt cx="978209" cy="243008"/>
                </a:xfrm>
              </p:grpSpPr>
              <p:sp>
                <p:nvSpPr>
                  <p:cNvPr id="573" name="Rectangle 572"/>
                  <p:cNvSpPr/>
                  <p:nvPr/>
                </p:nvSpPr>
                <p:spPr>
                  <a:xfrm>
                    <a:off x="5220661" y="3675707"/>
                    <a:ext cx="978209" cy="243008"/>
                  </a:xfrm>
                  <a:prstGeom prst="rect">
                    <a:avLst/>
                  </a:prstGeom>
                  <a:ln>
                    <a:solidFill>
                      <a:schemeClr val="tx2"/>
                    </a:solidFill>
                  </a:ln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57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805702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538" name="Group 537"/>
              <p:cNvGrpSpPr/>
              <p:nvPr/>
            </p:nvGrpSpPr>
            <p:grpSpPr>
              <a:xfrm rot="5400000">
                <a:off x="1806837" y="5783280"/>
                <a:ext cx="933603" cy="758637"/>
                <a:chOff x="6018906" y="5096457"/>
                <a:chExt cx="933603" cy="758637"/>
              </a:xfrm>
            </p:grpSpPr>
            <p:grpSp>
              <p:nvGrpSpPr>
                <p:cNvPr id="539" name="Group 538"/>
                <p:cNvGrpSpPr/>
                <p:nvPr/>
              </p:nvGrpSpPr>
              <p:grpSpPr>
                <a:xfrm>
                  <a:off x="6018906" y="5329176"/>
                  <a:ext cx="933603" cy="525918"/>
                  <a:chOff x="457200" y="4457617"/>
                  <a:chExt cx="1085821" cy="427364"/>
                </a:xfrm>
              </p:grpSpPr>
              <p:cxnSp>
                <p:nvCxnSpPr>
                  <p:cNvPr id="562" name="Straight Connector 561"/>
                  <p:cNvCxnSpPr/>
                  <p:nvPr/>
                </p:nvCxnSpPr>
                <p:spPr>
                  <a:xfrm flipV="1">
                    <a:off x="457200" y="4457617"/>
                    <a:ext cx="5300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3" name="Straight Connector 562"/>
                  <p:cNvCxnSpPr/>
                  <p:nvPr/>
                </p:nvCxnSpPr>
                <p:spPr>
                  <a:xfrm flipV="1">
                    <a:off x="609600" y="4457617"/>
                    <a:ext cx="3776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4" name="Straight Connector 563"/>
                  <p:cNvCxnSpPr/>
                  <p:nvPr/>
                </p:nvCxnSpPr>
                <p:spPr>
                  <a:xfrm flipV="1">
                    <a:off x="762000" y="4457617"/>
                    <a:ext cx="2252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5" name="Straight Connector 564"/>
                  <p:cNvCxnSpPr/>
                  <p:nvPr/>
                </p:nvCxnSpPr>
                <p:spPr>
                  <a:xfrm flipV="1">
                    <a:off x="914400" y="4457617"/>
                    <a:ext cx="728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66" name="Group 565"/>
                  <p:cNvGrpSpPr/>
                  <p:nvPr/>
                </p:nvGrpSpPr>
                <p:grpSpPr>
                  <a:xfrm flipH="1">
                    <a:off x="1012996" y="4465798"/>
                    <a:ext cx="530025" cy="419183"/>
                    <a:chOff x="609600" y="4610017"/>
                    <a:chExt cx="530025" cy="419183"/>
                  </a:xfrm>
                </p:grpSpPr>
                <p:cxnSp>
                  <p:nvCxnSpPr>
                    <p:cNvPr id="567" name="Straight Connector 566"/>
                    <p:cNvCxnSpPr/>
                    <p:nvPr/>
                  </p:nvCxnSpPr>
                  <p:spPr>
                    <a:xfrm flipV="1">
                      <a:off x="609600" y="4610017"/>
                      <a:ext cx="5300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8" name="Straight Connector 567"/>
                    <p:cNvCxnSpPr/>
                    <p:nvPr/>
                  </p:nvCxnSpPr>
                  <p:spPr>
                    <a:xfrm flipV="1">
                      <a:off x="762000" y="4610017"/>
                      <a:ext cx="3776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9" name="Straight Connector 568"/>
                    <p:cNvCxnSpPr/>
                    <p:nvPr/>
                  </p:nvCxnSpPr>
                  <p:spPr>
                    <a:xfrm flipV="1">
                      <a:off x="914400" y="4610017"/>
                      <a:ext cx="2252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0" name="Straight Connector 569"/>
                    <p:cNvCxnSpPr/>
                    <p:nvPr/>
                  </p:nvCxnSpPr>
                  <p:spPr>
                    <a:xfrm flipV="1">
                      <a:off x="1066800" y="4610017"/>
                      <a:ext cx="728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40" name="Group 539"/>
                <p:cNvGrpSpPr/>
                <p:nvPr/>
              </p:nvGrpSpPr>
              <p:grpSpPr>
                <a:xfrm>
                  <a:off x="6072048" y="5096457"/>
                  <a:ext cx="841076" cy="254393"/>
                  <a:chOff x="5220661" y="3675707"/>
                  <a:chExt cx="978209" cy="243008"/>
                </a:xfrm>
              </p:grpSpPr>
              <p:sp>
                <p:nvSpPr>
                  <p:cNvPr id="541" name="Rectangle 540"/>
                  <p:cNvSpPr/>
                  <p:nvPr/>
                </p:nvSpPr>
                <p:spPr>
                  <a:xfrm>
                    <a:off x="5220661" y="3675707"/>
                    <a:ext cx="978209" cy="243008"/>
                  </a:xfrm>
                  <a:prstGeom prst="rect">
                    <a:avLst/>
                  </a:prstGeom>
                  <a:ln>
                    <a:solidFill>
                      <a:schemeClr val="tx2"/>
                    </a:solidFill>
                  </a:ln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54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805702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grpSp>
          <p:nvGrpSpPr>
            <p:cNvPr id="518" name="Group 517"/>
            <p:cNvGrpSpPr/>
            <p:nvPr/>
          </p:nvGrpSpPr>
          <p:grpSpPr>
            <a:xfrm rot="5400000">
              <a:off x="3765479" y="4952466"/>
              <a:ext cx="541247" cy="709956"/>
              <a:chOff x="1027560" y="1988818"/>
              <a:chExt cx="545969" cy="678181"/>
            </a:xfrm>
          </p:grpSpPr>
          <p:sp>
            <p:nvSpPr>
              <p:cNvPr id="530" name="Cube 529"/>
              <p:cNvSpPr/>
              <p:nvPr/>
            </p:nvSpPr>
            <p:spPr>
              <a:xfrm flipH="1">
                <a:off x="1027560" y="1988818"/>
                <a:ext cx="545969" cy="678181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31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171574" y="2133601"/>
                <a:ext cx="401955" cy="5295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32" name="Rectangle 83"/>
              <p:cNvSpPr/>
              <p:nvPr/>
            </p:nvSpPr>
            <p:spPr>
              <a:xfrm>
                <a:off x="1028484" y="2005964"/>
                <a:ext cx="125948" cy="65341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948" h="653415">
                    <a:moveTo>
                      <a:pt x="1905" y="0"/>
                    </a:moveTo>
                    <a:lnTo>
                      <a:pt x="124043" y="121920"/>
                    </a:lnTo>
                    <a:lnTo>
                      <a:pt x="125948" y="653415"/>
                    </a:lnTo>
                    <a:lnTo>
                      <a:pt x="0" y="527685"/>
                    </a:lnTo>
                    <a:lnTo>
                      <a:pt x="190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Rectangle 83"/>
              <p:cNvSpPr/>
              <p:nvPr/>
            </p:nvSpPr>
            <p:spPr>
              <a:xfrm>
                <a:off x="1037545" y="1988820"/>
                <a:ext cx="520283" cy="12763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  <a:gd name="connsiteX0" fmla="*/ 1905 w 305018"/>
                  <a:gd name="connsiteY0" fmla="*/ 0 h 527685"/>
                  <a:gd name="connsiteX1" fmla="*/ 124043 w 305018"/>
                  <a:gd name="connsiteY1" fmla="*/ 121920 h 527685"/>
                  <a:gd name="connsiteX2" fmla="*/ 305018 w 305018"/>
                  <a:gd name="connsiteY2" fmla="*/ 358140 h 527685"/>
                  <a:gd name="connsiteX3" fmla="*/ 0 w 305018"/>
                  <a:gd name="connsiteY3" fmla="*/ 527685 h 527685"/>
                  <a:gd name="connsiteX4" fmla="*/ 1905 w 305018"/>
                  <a:gd name="connsiteY4" fmla="*/ 0 h 527685"/>
                  <a:gd name="connsiteX0" fmla="*/ 62865 w 365978"/>
                  <a:gd name="connsiteY0" fmla="*/ 0 h 360045"/>
                  <a:gd name="connsiteX1" fmla="*/ 185003 w 365978"/>
                  <a:gd name="connsiteY1" fmla="*/ 121920 h 360045"/>
                  <a:gd name="connsiteX2" fmla="*/ 365978 w 365978"/>
                  <a:gd name="connsiteY2" fmla="*/ 358140 h 360045"/>
                  <a:gd name="connsiteX3" fmla="*/ 0 w 365978"/>
                  <a:gd name="connsiteY3" fmla="*/ 360045 h 360045"/>
                  <a:gd name="connsiteX4" fmla="*/ 62865 w 365978"/>
                  <a:gd name="connsiteY4" fmla="*/ 0 h 360045"/>
                  <a:gd name="connsiteX0" fmla="*/ 0 w 489803"/>
                  <a:gd name="connsiteY0" fmla="*/ 123825 h 238125"/>
                  <a:gd name="connsiteX1" fmla="*/ 308828 w 489803"/>
                  <a:gd name="connsiteY1" fmla="*/ 0 h 238125"/>
                  <a:gd name="connsiteX2" fmla="*/ 489803 w 489803"/>
                  <a:gd name="connsiteY2" fmla="*/ 236220 h 238125"/>
                  <a:gd name="connsiteX3" fmla="*/ 123825 w 489803"/>
                  <a:gd name="connsiteY3" fmla="*/ 238125 h 238125"/>
                  <a:gd name="connsiteX4" fmla="*/ 0 w 489803"/>
                  <a:gd name="connsiteY4" fmla="*/ 123825 h 238125"/>
                  <a:gd name="connsiteX0" fmla="*/ 0 w 489803"/>
                  <a:gd name="connsiteY0" fmla="*/ 15240 h 129540"/>
                  <a:gd name="connsiteX1" fmla="*/ 331688 w 489803"/>
                  <a:gd name="connsiteY1" fmla="*/ 0 h 129540"/>
                  <a:gd name="connsiteX2" fmla="*/ 489803 w 489803"/>
                  <a:gd name="connsiteY2" fmla="*/ 127635 h 129540"/>
                  <a:gd name="connsiteX3" fmla="*/ 123825 w 489803"/>
                  <a:gd name="connsiteY3" fmla="*/ 129540 h 129540"/>
                  <a:gd name="connsiteX4" fmla="*/ 0 w 489803"/>
                  <a:gd name="connsiteY4" fmla="*/ 15240 h 129540"/>
                  <a:gd name="connsiteX0" fmla="*/ 0 w 489803"/>
                  <a:gd name="connsiteY0" fmla="*/ 1905 h 116205"/>
                  <a:gd name="connsiteX1" fmla="*/ 385028 w 489803"/>
                  <a:gd name="connsiteY1" fmla="*/ 0 h 116205"/>
                  <a:gd name="connsiteX2" fmla="*/ 489803 w 489803"/>
                  <a:gd name="connsiteY2" fmla="*/ 114300 h 116205"/>
                  <a:gd name="connsiteX3" fmla="*/ 123825 w 489803"/>
                  <a:gd name="connsiteY3" fmla="*/ 116205 h 116205"/>
                  <a:gd name="connsiteX4" fmla="*/ 0 w 489803"/>
                  <a:gd name="connsiteY4" fmla="*/ 1905 h 116205"/>
                  <a:gd name="connsiteX0" fmla="*/ 0 w 505043"/>
                  <a:gd name="connsiteY0" fmla="*/ 0 h 121920"/>
                  <a:gd name="connsiteX1" fmla="*/ 400268 w 505043"/>
                  <a:gd name="connsiteY1" fmla="*/ 5715 h 121920"/>
                  <a:gd name="connsiteX2" fmla="*/ 505043 w 505043"/>
                  <a:gd name="connsiteY2" fmla="*/ 120015 h 121920"/>
                  <a:gd name="connsiteX3" fmla="*/ 139065 w 505043"/>
                  <a:gd name="connsiteY3" fmla="*/ 121920 h 121920"/>
                  <a:gd name="connsiteX4" fmla="*/ 0 w 505043"/>
                  <a:gd name="connsiteY4" fmla="*/ 0 h 121920"/>
                  <a:gd name="connsiteX0" fmla="*/ 0 w 505043"/>
                  <a:gd name="connsiteY0" fmla="*/ 1905 h 123825"/>
                  <a:gd name="connsiteX1" fmla="*/ 404078 w 505043"/>
                  <a:gd name="connsiteY1" fmla="*/ 0 h 123825"/>
                  <a:gd name="connsiteX2" fmla="*/ 505043 w 505043"/>
                  <a:gd name="connsiteY2" fmla="*/ 121920 h 123825"/>
                  <a:gd name="connsiteX3" fmla="*/ 139065 w 505043"/>
                  <a:gd name="connsiteY3" fmla="*/ 123825 h 123825"/>
                  <a:gd name="connsiteX4" fmla="*/ 0 w 505043"/>
                  <a:gd name="connsiteY4" fmla="*/ 1905 h 123825"/>
                  <a:gd name="connsiteX0" fmla="*/ 0 w 514568"/>
                  <a:gd name="connsiteY0" fmla="*/ 1905 h 123825"/>
                  <a:gd name="connsiteX1" fmla="*/ 404078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3825"/>
                  <a:gd name="connsiteX1" fmla="*/ 398363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1920"/>
                  <a:gd name="connsiteX1" fmla="*/ 398363 w 514568"/>
                  <a:gd name="connsiteY1" fmla="*/ 0 h 121920"/>
                  <a:gd name="connsiteX2" fmla="*/ 514568 w 514568"/>
                  <a:gd name="connsiteY2" fmla="*/ 121920 h 121920"/>
                  <a:gd name="connsiteX3" fmla="*/ 129540 w 514568"/>
                  <a:gd name="connsiteY3" fmla="*/ 121920 h 121920"/>
                  <a:gd name="connsiteX4" fmla="*/ 0 w 514568"/>
                  <a:gd name="connsiteY4" fmla="*/ 1905 h 121920"/>
                  <a:gd name="connsiteX0" fmla="*/ 0 w 520283"/>
                  <a:gd name="connsiteY0" fmla="*/ 1905 h 125730"/>
                  <a:gd name="connsiteX1" fmla="*/ 398363 w 520283"/>
                  <a:gd name="connsiteY1" fmla="*/ 0 h 125730"/>
                  <a:gd name="connsiteX2" fmla="*/ 520283 w 520283"/>
                  <a:gd name="connsiteY2" fmla="*/ 125730 h 125730"/>
                  <a:gd name="connsiteX3" fmla="*/ 129540 w 520283"/>
                  <a:gd name="connsiteY3" fmla="*/ 121920 h 125730"/>
                  <a:gd name="connsiteX4" fmla="*/ 0 w 520283"/>
                  <a:gd name="connsiteY4" fmla="*/ 1905 h 125730"/>
                  <a:gd name="connsiteX0" fmla="*/ 0 w 520283"/>
                  <a:gd name="connsiteY0" fmla="*/ 1905 h 127635"/>
                  <a:gd name="connsiteX1" fmla="*/ 398363 w 520283"/>
                  <a:gd name="connsiteY1" fmla="*/ 0 h 127635"/>
                  <a:gd name="connsiteX2" fmla="*/ 520283 w 520283"/>
                  <a:gd name="connsiteY2" fmla="*/ 125730 h 127635"/>
                  <a:gd name="connsiteX3" fmla="*/ 133350 w 520283"/>
                  <a:gd name="connsiteY3" fmla="*/ 127635 h 127635"/>
                  <a:gd name="connsiteX4" fmla="*/ 0 w 520283"/>
                  <a:gd name="connsiteY4" fmla="*/ 1905 h 12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0283" h="127635">
                    <a:moveTo>
                      <a:pt x="0" y="1905"/>
                    </a:moveTo>
                    <a:lnTo>
                      <a:pt x="398363" y="0"/>
                    </a:lnTo>
                    <a:lnTo>
                      <a:pt x="520283" y="125730"/>
                    </a:lnTo>
                    <a:lnTo>
                      <a:pt x="133350" y="127635"/>
                    </a:lnTo>
                    <a:lnTo>
                      <a:pt x="0" y="1905"/>
                    </a:lnTo>
                    <a:close/>
                  </a:path>
                </a:pathLst>
              </a:custGeom>
              <a:gradFill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9" name="Group 518"/>
            <p:cNvGrpSpPr/>
            <p:nvPr/>
          </p:nvGrpSpPr>
          <p:grpSpPr>
            <a:xfrm rot="5400000">
              <a:off x="3783319" y="3259433"/>
              <a:ext cx="541247" cy="709956"/>
              <a:chOff x="1027560" y="1988818"/>
              <a:chExt cx="545969" cy="678181"/>
            </a:xfrm>
          </p:grpSpPr>
          <p:sp>
            <p:nvSpPr>
              <p:cNvPr id="526" name="Cube 525"/>
              <p:cNvSpPr/>
              <p:nvPr/>
            </p:nvSpPr>
            <p:spPr>
              <a:xfrm flipH="1">
                <a:off x="1027560" y="1988818"/>
                <a:ext cx="545969" cy="678181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27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171574" y="2133601"/>
                <a:ext cx="401955" cy="5295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28" name="Rectangle 83"/>
              <p:cNvSpPr/>
              <p:nvPr/>
            </p:nvSpPr>
            <p:spPr>
              <a:xfrm>
                <a:off x="1028484" y="2005964"/>
                <a:ext cx="125948" cy="65341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948" h="653415">
                    <a:moveTo>
                      <a:pt x="1905" y="0"/>
                    </a:moveTo>
                    <a:lnTo>
                      <a:pt x="124043" y="121920"/>
                    </a:lnTo>
                    <a:lnTo>
                      <a:pt x="125948" y="653415"/>
                    </a:lnTo>
                    <a:lnTo>
                      <a:pt x="0" y="527685"/>
                    </a:lnTo>
                    <a:lnTo>
                      <a:pt x="190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Rectangle 83"/>
              <p:cNvSpPr/>
              <p:nvPr/>
            </p:nvSpPr>
            <p:spPr>
              <a:xfrm>
                <a:off x="1037545" y="1988820"/>
                <a:ext cx="520283" cy="12763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  <a:gd name="connsiteX0" fmla="*/ 1905 w 305018"/>
                  <a:gd name="connsiteY0" fmla="*/ 0 h 527685"/>
                  <a:gd name="connsiteX1" fmla="*/ 124043 w 305018"/>
                  <a:gd name="connsiteY1" fmla="*/ 121920 h 527685"/>
                  <a:gd name="connsiteX2" fmla="*/ 305018 w 305018"/>
                  <a:gd name="connsiteY2" fmla="*/ 358140 h 527685"/>
                  <a:gd name="connsiteX3" fmla="*/ 0 w 305018"/>
                  <a:gd name="connsiteY3" fmla="*/ 527685 h 527685"/>
                  <a:gd name="connsiteX4" fmla="*/ 1905 w 305018"/>
                  <a:gd name="connsiteY4" fmla="*/ 0 h 527685"/>
                  <a:gd name="connsiteX0" fmla="*/ 62865 w 365978"/>
                  <a:gd name="connsiteY0" fmla="*/ 0 h 360045"/>
                  <a:gd name="connsiteX1" fmla="*/ 185003 w 365978"/>
                  <a:gd name="connsiteY1" fmla="*/ 121920 h 360045"/>
                  <a:gd name="connsiteX2" fmla="*/ 365978 w 365978"/>
                  <a:gd name="connsiteY2" fmla="*/ 358140 h 360045"/>
                  <a:gd name="connsiteX3" fmla="*/ 0 w 365978"/>
                  <a:gd name="connsiteY3" fmla="*/ 360045 h 360045"/>
                  <a:gd name="connsiteX4" fmla="*/ 62865 w 365978"/>
                  <a:gd name="connsiteY4" fmla="*/ 0 h 360045"/>
                  <a:gd name="connsiteX0" fmla="*/ 0 w 489803"/>
                  <a:gd name="connsiteY0" fmla="*/ 123825 h 238125"/>
                  <a:gd name="connsiteX1" fmla="*/ 308828 w 489803"/>
                  <a:gd name="connsiteY1" fmla="*/ 0 h 238125"/>
                  <a:gd name="connsiteX2" fmla="*/ 489803 w 489803"/>
                  <a:gd name="connsiteY2" fmla="*/ 236220 h 238125"/>
                  <a:gd name="connsiteX3" fmla="*/ 123825 w 489803"/>
                  <a:gd name="connsiteY3" fmla="*/ 238125 h 238125"/>
                  <a:gd name="connsiteX4" fmla="*/ 0 w 489803"/>
                  <a:gd name="connsiteY4" fmla="*/ 123825 h 238125"/>
                  <a:gd name="connsiteX0" fmla="*/ 0 w 489803"/>
                  <a:gd name="connsiteY0" fmla="*/ 15240 h 129540"/>
                  <a:gd name="connsiteX1" fmla="*/ 331688 w 489803"/>
                  <a:gd name="connsiteY1" fmla="*/ 0 h 129540"/>
                  <a:gd name="connsiteX2" fmla="*/ 489803 w 489803"/>
                  <a:gd name="connsiteY2" fmla="*/ 127635 h 129540"/>
                  <a:gd name="connsiteX3" fmla="*/ 123825 w 489803"/>
                  <a:gd name="connsiteY3" fmla="*/ 129540 h 129540"/>
                  <a:gd name="connsiteX4" fmla="*/ 0 w 489803"/>
                  <a:gd name="connsiteY4" fmla="*/ 15240 h 129540"/>
                  <a:gd name="connsiteX0" fmla="*/ 0 w 489803"/>
                  <a:gd name="connsiteY0" fmla="*/ 1905 h 116205"/>
                  <a:gd name="connsiteX1" fmla="*/ 385028 w 489803"/>
                  <a:gd name="connsiteY1" fmla="*/ 0 h 116205"/>
                  <a:gd name="connsiteX2" fmla="*/ 489803 w 489803"/>
                  <a:gd name="connsiteY2" fmla="*/ 114300 h 116205"/>
                  <a:gd name="connsiteX3" fmla="*/ 123825 w 489803"/>
                  <a:gd name="connsiteY3" fmla="*/ 116205 h 116205"/>
                  <a:gd name="connsiteX4" fmla="*/ 0 w 489803"/>
                  <a:gd name="connsiteY4" fmla="*/ 1905 h 116205"/>
                  <a:gd name="connsiteX0" fmla="*/ 0 w 505043"/>
                  <a:gd name="connsiteY0" fmla="*/ 0 h 121920"/>
                  <a:gd name="connsiteX1" fmla="*/ 400268 w 505043"/>
                  <a:gd name="connsiteY1" fmla="*/ 5715 h 121920"/>
                  <a:gd name="connsiteX2" fmla="*/ 505043 w 505043"/>
                  <a:gd name="connsiteY2" fmla="*/ 120015 h 121920"/>
                  <a:gd name="connsiteX3" fmla="*/ 139065 w 505043"/>
                  <a:gd name="connsiteY3" fmla="*/ 121920 h 121920"/>
                  <a:gd name="connsiteX4" fmla="*/ 0 w 505043"/>
                  <a:gd name="connsiteY4" fmla="*/ 0 h 121920"/>
                  <a:gd name="connsiteX0" fmla="*/ 0 w 505043"/>
                  <a:gd name="connsiteY0" fmla="*/ 1905 h 123825"/>
                  <a:gd name="connsiteX1" fmla="*/ 404078 w 505043"/>
                  <a:gd name="connsiteY1" fmla="*/ 0 h 123825"/>
                  <a:gd name="connsiteX2" fmla="*/ 505043 w 505043"/>
                  <a:gd name="connsiteY2" fmla="*/ 121920 h 123825"/>
                  <a:gd name="connsiteX3" fmla="*/ 139065 w 505043"/>
                  <a:gd name="connsiteY3" fmla="*/ 123825 h 123825"/>
                  <a:gd name="connsiteX4" fmla="*/ 0 w 505043"/>
                  <a:gd name="connsiteY4" fmla="*/ 1905 h 123825"/>
                  <a:gd name="connsiteX0" fmla="*/ 0 w 514568"/>
                  <a:gd name="connsiteY0" fmla="*/ 1905 h 123825"/>
                  <a:gd name="connsiteX1" fmla="*/ 404078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3825"/>
                  <a:gd name="connsiteX1" fmla="*/ 398363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1920"/>
                  <a:gd name="connsiteX1" fmla="*/ 398363 w 514568"/>
                  <a:gd name="connsiteY1" fmla="*/ 0 h 121920"/>
                  <a:gd name="connsiteX2" fmla="*/ 514568 w 514568"/>
                  <a:gd name="connsiteY2" fmla="*/ 121920 h 121920"/>
                  <a:gd name="connsiteX3" fmla="*/ 129540 w 514568"/>
                  <a:gd name="connsiteY3" fmla="*/ 121920 h 121920"/>
                  <a:gd name="connsiteX4" fmla="*/ 0 w 514568"/>
                  <a:gd name="connsiteY4" fmla="*/ 1905 h 121920"/>
                  <a:gd name="connsiteX0" fmla="*/ 0 w 520283"/>
                  <a:gd name="connsiteY0" fmla="*/ 1905 h 125730"/>
                  <a:gd name="connsiteX1" fmla="*/ 398363 w 520283"/>
                  <a:gd name="connsiteY1" fmla="*/ 0 h 125730"/>
                  <a:gd name="connsiteX2" fmla="*/ 520283 w 520283"/>
                  <a:gd name="connsiteY2" fmla="*/ 125730 h 125730"/>
                  <a:gd name="connsiteX3" fmla="*/ 129540 w 520283"/>
                  <a:gd name="connsiteY3" fmla="*/ 121920 h 125730"/>
                  <a:gd name="connsiteX4" fmla="*/ 0 w 520283"/>
                  <a:gd name="connsiteY4" fmla="*/ 1905 h 125730"/>
                  <a:gd name="connsiteX0" fmla="*/ 0 w 520283"/>
                  <a:gd name="connsiteY0" fmla="*/ 1905 h 127635"/>
                  <a:gd name="connsiteX1" fmla="*/ 398363 w 520283"/>
                  <a:gd name="connsiteY1" fmla="*/ 0 h 127635"/>
                  <a:gd name="connsiteX2" fmla="*/ 520283 w 520283"/>
                  <a:gd name="connsiteY2" fmla="*/ 125730 h 127635"/>
                  <a:gd name="connsiteX3" fmla="*/ 133350 w 520283"/>
                  <a:gd name="connsiteY3" fmla="*/ 127635 h 127635"/>
                  <a:gd name="connsiteX4" fmla="*/ 0 w 520283"/>
                  <a:gd name="connsiteY4" fmla="*/ 1905 h 12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0283" h="127635">
                    <a:moveTo>
                      <a:pt x="0" y="1905"/>
                    </a:moveTo>
                    <a:lnTo>
                      <a:pt x="398363" y="0"/>
                    </a:lnTo>
                    <a:lnTo>
                      <a:pt x="520283" y="125730"/>
                    </a:lnTo>
                    <a:lnTo>
                      <a:pt x="133350" y="127635"/>
                    </a:lnTo>
                    <a:lnTo>
                      <a:pt x="0" y="1905"/>
                    </a:lnTo>
                    <a:close/>
                  </a:path>
                </a:pathLst>
              </a:custGeom>
              <a:gradFill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0" name="Group 519"/>
            <p:cNvGrpSpPr/>
            <p:nvPr/>
          </p:nvGrpSpPr>
          <p:grpSpPr>
            <a:xfrm>
              <a:off x="2286000" y="2769967"/>
              <a:ext cx="3505200" cy="3407152"/>
              <a:chOff x="3048000" y="2769967"/>
              <a:chExt cx="3505200" cy="3407152"/>
            </a:xfrm>
          </p:grpSpPr>
          <p:sp>
            <p:nvSpPr>
              <p:cNvPr id="521" name="TextBox 520"/>
              <p:cNvSpPr txBox="1"/>
              <p:nvPr/>
            </p:nvSpPr>
            <p:spPr>
              <a:xfrm>
                <a:off x="3048000" y="2769967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2" name="TextBox 521"/>
              <p:cNvSpPr txBox="1"/>
              <p:nvPr/>
            </p:nvSpPr>
            <p:spPr>
              <a:xfrm>
                <a:off x="3124200" y="4983480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3" name="TextBox 522"/>
              <p:cNvSpPr txBox="1"/>
              <p:nvPr/>
            </p:nvSpPr>
            <p:spPr>
              <a:xfrm>
                <a:off x="3124200" y="5746232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4" name="TextBox 523"/>
              <p:cNvSpPr txBox="1"/>
              <p:nvPr/>
            </p:nvSpPr>
            <p:spPr>
              <a:xfrm>
                <a:off x="5562600" y="3581400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5" name="TextBox 524"/>
              <p:cNvSpPr txBox="1"/>
              <p:nvPr/>
            </p:nvSpPr>
            <p:spPr>
              <a:xfrm>
                <a:off x="5562600" y="5055513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</p:grpSp>
      <p:sp>
        <p:nvSpPr>
          <p:cNvPr id="168" name="Rectangle 167"/>
          <p:cNvSpPr/>
          <p:nvPr/>
        </p:nvSpPr>
        <p:spPr>
          <a:xfrm>
            <a:off x="990600" y="2279204"/>
            <a:ext cx="6006647" cy="455985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9A5B-5B03-425B-9284-2F10A88898BE}" type="slidenum">
              <a:rPr lang="en-US" smtClean="0"/>
              <a:t>3</a:t>
            </a:fld>
            <a:endParaRPr lang="en-US"/>
          </a:p>
        </p:txBody>
      </p:sp>
      <p:sp>
        <p:nvSpPr>
          <p:cNvPr id="633" name="Content Placeholder 2"/>
          <p:cNvSpPr>
            <a:spLocks noGrp="1"/>
          </p:cNvSpPr>
          <p:nvPr>
            <p:ph idx="1"/>
          </p:nvPr>
        </p:nvSpPr>
        <p:spPr>
          <a:xfrm>
            <a:off x="275770" y="1563807"/>
            <a:ext cx="8534400" cy="7751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Schemes using local knowledge are sub optimal</a:t>
            </a:r>
            <a:endParaRPr lang="en-US" sz="2400" dirty="0" smtClean="0"/>
          </a:p>
        </p:txBody>
      </p:sp>
      <p:sp>
        <p:nvSpPr>
          <p:cNvPr id="3" name="Freeform 2"/>
          <p:cNvSpPr/>
          <p:nvPr/>
        </p:nvSpPr>
        <p:spPr>
          <a:xfrm>
            <a:off x="1237015" y="2717920"/>
            <a:ext cx="5756804" cy="1987682"/>
          </a:xfrm>
          <a:custGeom>
            <a:avLst/>
            <a:gdLst>
              <a:gd name="connsiteX0" fmla="*/ 0 w 5756804"/>
              <a:gd name="connsiteY0" fmla="*/ 21990 h 1989598"/>
              <a:gd name="connsiteX1" fmla="*/ 645429 w 5756804"/>
              <a:gd name="connsiteY1" fmla="*/ 115686 h 1989598"/>
              <a:gd name="connsiteX2" fmla="*/ 2446381 w 5756804"/>
              <a:gd name="connsiteY2" fmla="*/ 917304 h 1989598"/>
              <a:gd name="connsiteX3" fmla="*/ 3175091 w 5756804"/>
              <a:gd name="connsiteY3" fmla="*/ 1000589 h 1989598"/>
              <a:gd name="connsiteX4" fmla="*/ 4976044 w 5756804"/>
              <a:gd name="connsiteY4" fmla="*/ 1791796 h 1989598"/>
              <a:gd name="connsiteX5" fmla="*/ 5756804 w 5756804"/>
              <a:gd name="connsiteY5" fmla="*/ 1989598 h 1989598"/>
              <a:gd name="connsiteX0" fmla="*/ 0 w 5756804"/>
              <a:gd name="connsiteY0" fmla="*/ 20074 h 1987682"/>
              <a:gd name="connsiteX1" fmla="*/ 645429 w 5756804"/>
              <a:gd name="connsiteY1" fmla="*/ 113770 h 1987682"/>
              <a:gd name="connsiteX2" fmla="*/ 2373510 w 5756804"/>
              <a:gd name="connsiteY2" fmla="*/ 873745 h 1987682"/>
              <a:gd name="connsiteX3" fmla="*/ 3175091 w 5756804"/>
              <a:gd name="connsiteY3" fmla="*/ 998673 h 1987682"/>
              <a:gd name="connsiteX4" fmla="*/ 4976044 w 5756804"/>
              <a:gd name="connsiteY4" fmla="*/ 1789880 h 1987682"/>
              <a:gd name="connsiteX5" fmla="*/ 5756804 w 5756804"/>
              <a:gd name="connsiteY5" fmla="*/ 1987682 h 198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6804" h="1987682">
                <a:moveTo>
                  <a:pt x="0" y="20074"/>
                </a:moveTo>
                <a:cubicBezTo>
                  <a:pt x="118849" y="-7688"/>
                  <a:pt x="249844" y="-28509"/>
                  <a:pt x="645429" y="113770"/>
                </a:cubicBezTo>
                <a:cubicBezTo>
                  <a:pt x="1041014" y="256049"/>
                  <a:pt x="1951900" y="726261"/>
                  <a:pt x="2373510" y="873745"/>
                </a:cubicBezTo>
                <a:cubicBezTo>
                  <a:pt x="2795120" y="1021229"/>
                  <a:pt x="2741335" y="845984"/>
                  <a:pt x="3175091" y="998673"/>
                </a:cubicBezTo>
                <a:cubicBezTo>
                  <a:pt x="3608847" y="1151362"/>
                  <a:pt x="4545759" y="1625045"/>
                  <a:pt x="4976044" y="1789880"/>
                </a:cubicBezTo>
                <a:cubicBezTo>
                  <a:pt x="5406330" y="1954715"/>
                  <a:pt x="5756804" y="1987682"/>
                  <a:pt x="5756804" y="1987682"/>
                </a:cubicBezTo>
              </a:path>
            </a:pathLst>
          </a:custGeom>
          <a:ln w="114300">
            <a:solidFill>
              <a:schemeClr val="accent2"/>
            </a:solidFill>
            <a:tailEnd type="stealth" w="lg" len="lg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TextBox 294"/>
          <p:cNvSpPr txBox="1"/>
          <p:nvPr/>
        </p:nvSpPr>
        <p:spPr>
          <a:xfrm>
            <a:off x="3058680" y="29718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BD0A12"/>
                </a:solidFill>
              </a:rPr>
              <a:t>10</a:t>
            </a:r>
            <a:endParaRPr lang="en-US" sz="2400" b="1" dirty="0">
              <a:solidFill>
                <a:srgbClr val="BD0A12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06417" y="2491711"/>
            <a:ext cx="539212" cy="3362070"/>
            <a:chOff x="440977" y="2657730"/>
            <a:chExt cx="539212" cy="336207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446789" y="2657730"/>
              <a:ext cx="533400" cy="0"/>
            </a:xfrm>
            <a:prstGeom prst="line">
              <a:avLst/>
            </a:prstGeom>
            <a:ln w="76200">
              <a:solidFill>
                <a:srgbClr val="BD0A1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/>
            <p:cNvCxnSpPr/>
            <p:nvPr/>
          </p:nvCxnSpPr>
          <p:spPr>
            <a:xfrm>
              <a:off x="440977" y="6019800"/>
              <a:ext cx="533400" cy="0"/>
            </a:xfrm>
            <a:prstGeom prst="line">
              <a:avLst/>
            </a:prstGeom>
            <a:ln w="76200">
              <a:solidFill>
                <a:srgbClr val="0033CC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Local Load Balance Schemes</a:t>
            </a:r>
            <a:endParaRPr lang="en-US" dirty="0"/>
          </a:p>
        </p:txBody>
      </p:sp>
      <p:sp>
        <p:nvSpPr>
          <p:cNvPr id="141" name="TextBox 140"/>
          <p:cNvSpPr txBox="1"/>
          <p:nvPr/>
        </p:nvSpPr>
        <p:spPr>
          <a:xfrm>
            <a:off x="194039" y="2496516"/>
            <a:ext cx="1196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BD0A12"/>
                </a:solidFill>
              </a:rPr>
              <a:t>10 flows</a:t>
            </a:r>
            <a:endParaRPr lang="en-US" sz="2400" b="1" dirty="0">
              <a:solidFill>
                <a:srgbClr val="BD0A12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37008" y="5479010"/>
            <a:ext cx="1196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33CC"/>
                </a:solidFill>
              </a:rPr>
              <a:t>20 flows</a:t>
            </a:r>
            <a:endParaRPr lang="en-US" sz="2400" b="1" dirty="0" smtClean="0">
              <a:solidFill>
                <a:srgbClr val="0033CC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667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366"/>
    </mc:Choice>
    <mc:Fallback xmlns="">
      <p:transition xmlns:p14="http://schemas.microsoft.com/office/powerpoint/2010/main" spd="slow" advTm="453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3" grpId="0" animBg="1"/>
      <p:bldP spid="29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roup 514"/>
          <p:cNvGrpSpPr/>
          <p:nvPr/>
        </p:nvGrpSpPr>
        <p:grpSpPr>
          <a:xfrm>
            <a:off x="1132320" y="2369820"/>
            <a:ext cx="5801880" cy="4259580"/>
            <a:chOff x="1132320" y="2369820"/>
            <a:chExt cx="5801880" cy="4259580"/>
          </a:xfrm>
        </p:grpSpPr>
        <p:grpSp>
          <p:nvGrpSpPr>
            <p:cNvPr id="516" name="Group 515"/>
            <p:cNvGrpSpPr/>
            <p:nvPr/>
          </p:nvGrpSpPr>
          <p:grpSpPr>
            <a:xfrm>
              <a:off x="4363525" y="3684397"/>
              <a:ext cx="2570675" cy="1693032"/>
              <a:chOff x="4744526" y="3500765"/>
              <a:chExt cx="2570675" cy="1693032"/>
            </a:xfrm>
          </p:grpSpPr>
          <p:cxnSp>
            <p:nvCxnSpPr>
              <p:cNvPr id="647" name="Straight Arrow Connector 646"/>
              <p:cNvCxnSpPr>
                <a:stCxn id="652" idx="0"/>
              </p:cNvCxnSpPr>
              <p:nvPr/>
            </p:nvCxnSpPr>
            <p:spPr>
              <a:xfrm rot="16200000" flipH="1" flipV="1">
                <a:off x="5235430" y="3876080"/>
                <a:ext cx="844654" cy="1790780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8" name="Group 647"/>
              <p:cNvGrpSpPr/>
              <p:nvPr/>
            </p:nvGrpSpPr>
            <p:grpSpPr>
              <a:xfrm rot="16200000" flipH="1">
                <a:off x="6467372" y="3972296"/>
                <a:ext cx="933603" cy="762054"/>
                <a:chOff x="4148916" y="5105346"/>
                <a:chExt cx="933603" cy="762054"/>
              </a:xfrm>
            </p:grpSpPr>
            <p:grpSp>
              <p:nvGrpSpPr>
                <p:cNvPr id="650" name="Group 649"/>
                <p:cNvGrpSpPr/>
                <p:nvPr/>
              </p:nvGrpSpPr>
              <p:grpSpPr>
                <a:xfrm>
                  <a:off x="4148916" y="5341482"/>
                  <a:ext cx="933603" cy="525918"/>
                  <a:chOff x="457200" y="4457617"/>
                  <a:chExt cx="1085821" cy="427364"/>
                </a:xfrm>
              </p:grpSpPr>
              <p:cxnSp>
                <p:nvCxnSpPr>
                  <p:cNvPr id="673" name="Straight Connector 672"/>
                  <p:cNvCxnSpPr/>
                  <p:nvPr/>
                </p:nvCxnSpPr>
                <p:spPr>
                  <a:xfrm flipV="1">
                    <a:off x="457200" y="4457617"/>
                    <a:ext cx="5300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4" name="Straight Connector 673"/>
                  <p:cNvCxnSpPr/>
                  <p:nvPr/>
                </p:nvCxnSpPr>
                <p:spPr>
                  <a:xfrm flipV="1">
                    <a:off x="609600" y="4457617"/>
                    <a:ext cx="3776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5" name="Straight Connector 674"/>
                  <p:cNvCxnSpPr/>
                  <p:nvPr/>
                </p:nvCxnSpPr>
                <p:spPr>
                  <a:xfrm flipV="1">
                    <a:off x="762000" y="4457617"/>
                    <a:ext cx="2252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6" name="Straight Connector 675"/>
                  <p:cNvCxnSpPr/>
                  <p:nvPr/>
                </p:nvCxnSpPr>
                <p:spPr>
                  <a:xfrm flipV="1">
                    <a:off x="914400" y="4457617"/>
                    <a:ext cx="728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77" name="Group 676"/>
                  <p:cNvGrpSpPr/>
                  <p:nvPr/>
                </p:nvGrpSpPr>
                <p:grpSpPr>
                  <a:xfrm flipH="1">
                    <a:off x="1012996" y="4465798"/>
                    <a:ext cx="530025" cy="419183"/>
                    <a:chOff x="609600" y="4610017"/>
                    <a:chExt cx="530025" cy="419183"/>
                  </a:xfrm>
                </p:grpSpPr>
                <p:cxnSp>
                  <p:nvCxnSpPr>
                    <p:cNvPr id="678" name="Straight Connector 677"/>
                    <p:cNvCxnSpPr/>
                    <p:nvPr/>
                  </p:nvCxnSpPr>
                  <p:spPr>
                    <a:xfrm flipV="1">
                      <a:off x="609600" y="4610017"/>
                      <a:ext cx="5300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9" name="Straight Connector 678"/>
                    <p:cNvCxnSpPr/>
                    <p:nvPr/>
                  </p:nvCxnSpPr>
                  <p:spPr>
                    <a:xfrm flipV="1">
                      <a:off x="762000" y="4610017"/>
                      <a:ext cx="3776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0" name="Straight Connector 679"/>
                    <p:cNvCxnSpPr/>
                    <p:nvPr/>
                  </p:nvCxnSpPr>
                  <p:spPr>
                    <a:xfrm flipV="1">
                      <a:off x="914400" y="4610017"/>
                      <a:ext cx="2252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1" name="Straight Connector 680"/>
                    <p:cNvCxnSpPr/>
                    <p:nvPr/>
                  </p:nvCxnSpPr>
                  <p:spPr>
                    <a:xfrm flipV="1">
                      <a:off x="1066800" y="4610017"/>
                      <a:ext cx="728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651" name="Group 650"/>
                <p:cNvGrpSpPr/>
                <p:nvPr/>
              </p:nvGrpSpPr>
              <p:grpSpPr>
                <a:xfrm>
                  <a:off x="4191000" y="5105346"/>
                  <a:ext cx="841076" cy="254393"/>
                  <a:chOff x="5220661" y="3675707"/>
                  <a:chExt cx="978209" cy="243008"/>
                </a:xfrm>
              </p:grpSpPr>
              <p:sp>
                <p:nvSpPr>
                  <p:cNvPr id="652" name="Rectangle 651"/>
                  <p:cNvSpPr/>
                  <p:nvPr/>
                </p:nvSpPr>
                <p:spPr>
                  <a:xfrm>
                    <a:off x="5220661" y="3675707"/>
                    <a:ext cx="978209" cy="243008"/>
                  </a:xfrm>
                  <a:prstGeom prst="rect">
                    <a:avLst/>
                  </a:prstGeom>
                  <a:ln>
                    <a:solidFill>
                      <a:schemeClr val="tx2"/>
                    </a:solidFill>
                  </a:ln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65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7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7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7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805702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cxnSp>
            <p:nvCxnSpPr>
              <p:cNvPr id="649" name="Straight Arrow Connector 648"/>
              <p:cNvCxnSpPr>
                <a:stCxn id="652" idx="0"/>
              </p:cNvCxnSpPr>
              <p:nvPr/>
            </p:nvCxnSpPr>
            <p:spPr>
              <a:xfrm flipH="1" flipV="1">
                <a:off x="4744526" y="3500765"/>
                <a:ext cx="1808620" cy="848379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7" name="Group 516"/>
            <p:cNvGrpSpPr/>
            <p:nvPr/>
          </p:nvGrpSpPr>
          <p:grpSpPr>
            <a:xfrm>
              <a:off x="1132320" y="2369820"/>
              <a:ext cx="2566645" cy="4259580"/>
              <a:chOff x="1894320" y="2369820"/>
              <a:chExt cx="2566645" cy="4259580"/>
            </a:xfrm>
          </p:grpSpPr>
          <p:cxnSp>
            <p:nvCxnSpPr>
              <p:cNvPr id="534" name="Straight Arrow Connector 533"/>
              <p:cNvCxnSpPr>
                <a:stCxn id="541" idx="0"/>
                <a:endCxn id="526" idx="3"/>
              </p:cNvCxnSpPr>
              <p:nvPr/>
            </p:nvCxnSpPr>
            <p:spPr>
              <a:xfrm flipV="1">
                <a:off x="2652958" y="3682067"/>
                <a:ext cx="1808007" cy="2487411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Straight Arrow Connector 534"/>
              <p:cNvCxnSpPr>
                <a:stCxn id="573" idx="0"/>
                <a:endCxn id="526" idx="3"/>
              </p:cNvCxnSpPr>
              <p:nvPr/>
            </p:nvCxnSpPr>
            <p:spPr>
              <a:xfrm>
                <a:off x="2665264" y="2841897"/>
                <a:ext cx="1795701" cy="840170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Straight Arrow Connector 535"/>
              <p:cNvCxnSpPr>
                <a:stCxn id="541" idx="0"/>
                <a:endCxn id="531" idx="2"/>
              </p:cNvCxnSpPr>
              <p:nvPr/>
            </p:nvCxnSpPr>
            <p:spPr>
              <a:xfrm flipV="1">
                <a:off x="2652958" y="5378828"/>
                <a:ext cx="1794197" cy="790650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7" name="Group 536"/>
              <p:cNvGrpSpPr/>
              <p:nvPr/>
            </p:nvGrpSpPr>
            <p:grpSpPr>
              <a:xfrm rot="5400000">
                <a:off x="1813340" y="2451500"/>
                <a:ext cx="933603" cy="770243"/>
                <a:chOff x="2286000" y="5096457"/>
                <a:chExt cx="933603" cy="770243"/>
              </a:xfrm>
            </p:grpSpPr>
            <p:grpSp>
              <p:nvGrpSpPr>
                <p:cNvPr id="571" name="Group 570"/>
                <p:cNvGrpSpPr/>
                <p:nvPr/>
              </p:nvGrpSpPr>
              <p:grpSpPr>
                <a:xfrm>
                  <a:off x="2286000" y="5340782"/>
                  <a:ext cx="933603" cy="525918"/>
                  <a:chOff x="457200" y="4457617"/>
                  <a:chExt cx="1085821" cy="427364"/>
                </a:xfrm>
              </p:grpSpPr>
              <p:cxnSp>
                <p:nvCxnSpPr>
                  <p:cNvPr id="638" name="Straight Connector 637"/>
                  <p:cNvCxnSpPr/>
                  <p:nvPr/>
                </p:nvCxnSpPr>
                <p:spPr>
                  <a:xfrm flipV="1">
                    <a:off x="457200" y="4457617"/>
                    <a:ext cx="5300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9" name="Straight Connector 638"/>
                  <p:cNvCxnSpPr/>
                  <p:nvPr/>
                </p:nvCxnSpPr>
                <p:spPr>
                  <a:xfrm flipV="1">
                    <a:off x="609600" y="4457617"/>
                    <a:ext cx="3776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0" name="Straight Connector 639"/>
                  <p:cNvCxnSpPr/>
                  <p:nvPr/>
                </p:nvCxnSpPr>
                <p:spPr>
                  <a:xfrm flipV="1">
                    <a:off x="762000" y="4457617"/>
                    <a:ext cx="2252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1" name="Straight Connector 640"/>
                  <p:cNvCxnSpPr/>
                  <p:nvPr/>
                </p:nvCxnSpPr>
                <p:spPr>
                  <a:xfrm flipV="1">
                    <a:off x="914400" y="4457617"/>
                    <a:ext cx="728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42" name="Group 641"/>
                  <p:cNvGrpSpPr/>
                  <p:nvPr/>
                </p:nvGrpSpPr>
                <p:grpSpPr>
                  <a:xfrm flipH="1">
                    <a:off x="1012996" y="4465798"/>
                    <a:ext cx="530025" cy="419183"/>
                    <a:chOff x="609600" y="4610017"/>
                    <a:chExt cx="530025" cy="419183"/>
                  </a:xfrm>
                </p:grpSpPr>
                <p:cxnSp>
                  <p:nvCxnSpPr>
                    <p:cNvPr id="643" name="Straight Connector 642"/>
                    <p:cNvCxnSpPr/>
                    <p:nvPr/>
                  </p:nvCxnSpPr>
                  <p:spPr>
                    <a:xfrm flipV="1">
                      <a:off x="609600" y="4610017"/>
                      <a:ext cx="5300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4" name="Straight Connector 643"/>
                    <p:cNvCxnSpPr/>
                    <p:nvPr/>
                  </p:nvCxnSpPr>
                  <p:spPr>
                    <a:xfrm flipV="1">
                      <a:off x="762000" y="4610017"/>
                      <a:ext cx="3776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5" name="Straight Connector 644"/>
                    <p:cNvCxnSpPr/>
                    <p:nvPr/>
                  </p:nvCxnSpPr>
                  <p:spPr>
                    <a:xfrm flipV="1">
                      <a:off x="914400" y="4610017"/>
                      <a:ext cx="2252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6" name="Straight Connector 645"/>
                    <p:cNvCxnSpPr/>
                    <p:nvPr/>
                  </p:nvCxnSpPr>
                  <p:spPr>
                    <a:xfrm flipV="1">
                      <a:off x="1066800" y="4610017"/>
                      <a:ext cx="728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72" name="Group 571"/>
                <p:cNvGrpSpPr/>
                <p:nvPr/>
              </p:nvGrpSpPr>
              <p:grpSpPr>
                <a:xfrm>
                  <a:off x="2337538" y="5096457"/>
                  <a:ext cx="841076" cy="254393"/>
                  <a:chOff x="5220661" y="3675707"/>
                  <a:chExt cx="978209" cy="243008"/>
                </a:xfrm>
              </p:grpSpPr>
              <p:sp>
                <p:nvSpPr>
                  <p:cNvPr id="573" name="Rectangle 572"/>
                  <p:cNvSpPr/>
                  <p:nvPr/>
                </p:nvSpPr>
                <p:spPr>
                  <a:xfrm>
                    <a:off x="5220661" y="3675707"/>
                    <a:ext cx="978209" cy="243008"/>
                  </a:xfrm>
                  <a:prstGeom prst="rect">
                    <a:avLst/>
                  </a:prstGeom>
                  <a:ln>
                    <a:solidFill>
                      <a:schemeClr val="tx2"/>
                    </a:solidFill>
                  </a:ln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57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805702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538" name="Group 537"/>
              <p:cNvGrpSpPr/>
              <p:nvPr/>
            </p:nvGrpSpPr>
            <p:grpSpPr>
              <a:xfrm rot="5400000">
                <a:off x="1806837" y="5783280"/>
                <a:ext cx="933603" cy="758637"/>
                <a:chOff x="6018906" y="5096457"/>
                <a:chExt cx="933603" cy="758637"/>
              </a:xfrm>
            </p:grpSpPr>
            <p:grpSp>
              <p:nvGrpSpPr>
                <p:cNvPr id="539" name="Group 538"/>
                <p:cNvGrpSpPr/>
                <p:nvPr/>
              </p:nvGrpSpPr>
              <p:grpSpPr>
                <a:xfrm>
                  <a:off x="6018906" y="5329176"/>
                  <a:ext cx="933603" cy="525918"/>
                  <a:chOff x="457200" y="4457617"/>
                  <a:chExt cx="1085821" cy="427364"/>
                </a:xfrm>
              </p:grpSpPr>
              <p:cxnSp>
                <p:nvCxnSpPr>
                  <p:cNvPr id="562" name="Straight Connector 561"/>
                  <p:cNvCxnSpPr/>
                  <p:nvPr/>
                </p:nvCxnSpPr>
                <p:spPr>
                  <a:xfrm flipV="1">
                    <a:off x="457200" y="4457617"/>
                    <a:ext cx="5300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3" name="Straight Connector 562"/>
                  <p:cNvCxnSpPr/>
                  <p:nvPr/>
                </p:nvCxnSpPr>
                <p:spPr>
                  <a:xfrm flipV="1">
                    <a:off x="609600" y="4457617"/>
                    <a:ext cx="3776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4" name="Straight Connector 563"/>
                  <p:cNvCxnSpPr/>
                  <p:nvPr/>
                </p:nvCxnSpPr>
                <p:spPr>
                  <a:xfrm flipV="1">
                    <a:off x="762000" y="4457617"/>
                    <a:ext cx="2252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5" name="Straight Connector 564"/>
                  <p:cNvCxnSpPr/>
                  <p:nvPr/>
                </p:nvCxnSpPr>
                <p:spPr>
                  <a:xfrm flipV="1">
                    <a:off x="914400" y="4457617"/>
                    <a:ext cx="728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66" name="Group 565"/>
                  <p:cNvGrpSpPr/>
                  <p:nvPr/>
                </p:nvGrpSpPr>
                <p:grpSpPr>
                  <a:xfrm flipH="1">
                    <a:off x="1012996" y="4465798"/>
                    <a:ext cx="530025" cy="419183"/>
                    <a:chOff x="609600" y="4610017"/>
                    <a:chExt cx="530025" cy="419183"/>
                  </a:xfrm>
                </p:grpSpPr>
                <p:cxnSp>
                  <p:nvCxnSpPr>
                    <p:cNvPr id="567" name="Straight Connector 566"/>
                    <p:cNvCxnSpPr/>
                    <p:nvPr/>
                  </p:nvCxnSpPr>
                  <p:spPr>
                    <a:xfrm flipV="1">
                      <a:off x="609600" y="4610017"/>
                      <a:ext cx="5300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8" name="Straight Connector 567"/>
                    <p:cNvCxnSpPr/>
                    <p:nvPr/>
                  </p:nvCxnSpPr>
                  <p:spPr>
                    <a:xfrm flipV="1">
                      <a:off x="762000" y="4610017"/>
                      <a:ext cx="3776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9" name="Straight Connector 568"/>
                    <p:cNvCxnSpPr/>
                    <p:nvPr/>
                  </p:nvCxnSpPr>
                  <p:spPr>
                    <a:xfrm flipV="1">
                      <a:off x="914400" y="4610017"/>
                      <a:ext cx="2252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0" name="Straight Connector 569"/>
                    <p:cNvCxnSpPr/>
                    <p:nvPr/>
                  </p:nvCxnSpPr>
                  <p:spPr>
                    <a:xfrm flipV="1">
                      <a:off x="1066800" y="4610017"/>
                      <a:ext cx="728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40" name="Group 539"/>
                <p:cNvGrpSpPr/>
                <p:nvPr/>
              </p:nvGrpSpPr>
              <p:grpSpPr>
                <a:xfrm>
                  <a:off x="6072048" y="5096457"/>
                  <a:ext cx="841076" cy="254393"/>
                  <a:chOff x="5220661" y="3675707"/>
                  <a:chExt cx="978209" cy="243008"/>
                </a:xfrm>
              </p:grpSpPr>
              <p:sp>
                <p:nvSpPr>
                  <p:cNvPr id="541" name="Rectangle 540"/>
                  <p:cNvSpPr/>
                  <p:nvPr/>
                </p:nvSpPr>
                <p:spPr>
                  <a:xfrm>
                    <a:off x="5220661" y="3675707"/>
                    <a:ext cx="978209" cy="243008"/>
                  </a:xfrm>
                  <a:prstGeom prst="rect">
                    <a:avLst/>
                  </a:prstGeom>
                  <a:ln>
                    <a:solidFill>
                      <a:schemeClr val="tx2"/>
                    </a:solidFill>
                  </a:ln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54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805702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grpSp>
          <p:nvGrpSpPr>
            <p:cNvPr id="518" name="Group 517"/>
            <p:cNvGrpSpPr/>
            <p:nvPr/>
          </p:nvGrpSpPr>
          <p:grpSpPr>
            <a:xfrm rot="5400000">
              <a:off x="3765479" y="4952466"/>
              <a:ext cx="541247" cy="709956"/>
              <a:chOff x="1027560" y="1988818"/>
              <a:chExt cx="545969" cy="678181"/>
            </a:xfrm>
          </p:grpSpPr>
          <p:sp>
            <p:nvSpPr>
              <p:cNvPr id="530" name="Cube 529"/>
              <p:cNvSpPr/>
              <p:nvPr/>
            </p:nvSpPr>
            <p:spPr>
              <a:xfrm flipH="1">
                <a:off x="1027560" y="1988818"/>
                <a:ext cx="545969" cy="678181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31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171574" y="2133601"/>
                <a:ext cx="401955" cy="5295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32" name="Rectangle 83"/>
              <p:cNvSpPr/>
              <p:nvPr/>
            </p:nvSpPr>
            <p:spPr>
              <a:xfrm>
                <a:off x="1028484" y="2005964"/>
                <a:ext cx="125948" cy="65341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948" h="653415">
                    <a:moveTo>
                      <a:pt x="1905" y="0"/>
                    </a:moveTo>
                    <a:lnTo>
                      <a:pt x="124043" y="121920"/>
                    </a:lnTo>
                    <a:lnTo>
                      <a:pt x="125948" y="653415"/>
                    </a:lnTo>
                    <a:lnTo>
                      <a:pt x="0" y="527685"/>
                    </a:lnTo>
                    <a:lnTo>
                      <a:pt x="190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Rectangle 83"/>
              <p:cNvSpPr/>
              <p:nvPr/>
            </p:nvSpPr>
            <p:spPr>
              <a:xfrm>
                <a:off x="1037545" y="1988820"/>
                <a:ext cx="520283" cy="12763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  <a:gd name="connsiteX0" fmla="*/ 1905 w 305018"/>
                  <a:gd name="connsiteY0" fmla="*/ 0 h 527685"/>
                  <a:gd name="connsiteX1" fmla="*/ 124043 w 305018"/>
                  <a:gd name="connsiteY1" fmla="*/ 121920 h 527685"/>
                  <a:gd name="connsiteX2" fmla="*/ 305018 w 305018"/>
                  <a:gd name="connsiteY2" fmla="*/ 358140 h 527685"/>
                  <a:gd name="connsiteX3" fmla="*/ 0 w 305018"/>
                  <a:gd name="connsiteY3" fmla="*/ 527685 h 527685"/>
                  <a:gd name="connsiteX4" fmla="*/ 1905 w 305018"/>
                  <a:gd name="connsiteY4" fmla="*/ 0 h 527685"/>
                  <a:gd name="connsiteX0" fmla="*/ 62865 w 365978"/>
                  <a:gd name="connsiteY0" fmla="*/ 0 h 360045"/>
                  <a:gd name="connsiteX1" fmla="*/ 185003 w 365978"/>
                  <a:gd name="connsiteY1" fmla="*/ 121920 h 360045"/>
                  <a:gd name="connsiteX2" fmla="*/ 365978 w 365978"/>
                  <a:gd name="connsiteY2" fmla="*/ 358140 h 360045"/>
                  <a:gd name="connsiteX3" fmla="*/ 0 w 365978"/>
                  <a:gd name="connsiteY3" fmla="*/ 360045 h 360045"/>
                  <a:gd name="connsiteX4" fmla="*/ 62865 w 365978"/>
                  <a:gd name="connsiteY4" fmla="*/ 0 h 360045"/>
                  <a:gd name="connsiteX0" fmla="*/ 0 w 489803"/>
                  <a:gd name="connsiteY0" fmla="*/ 123825 h 238125"/>
                  <a:gd name="connsiteX1" fmla="*/ 308828 w 489803"/>
                  <a:gd name="connsiteY1" fmla="*/ 0 h 238125"/>
                  <a:gd name="connsiteX2" fmla="*/ 489803 w 489803"/>
                  <a:gd name="connsiteY2" fmla="*/ 236220 h 238125"/>
                  <a:gd name="connsiteX3" fmla="*/ 123825 w 489803"/>
                  <a:gd name="connsiteY3" fmla="*/ 238125 h 238125"/>
                  <a:gd name="connsiteX4" fmla="*/ 0 w 489803"/>
                  <a:gd name="connsiteY4" fmla="*/ 123825 h 238125"/>
                  <a:gd name="connsiteX0" fmla="*/ 0 w 489803"/>
                  <a:gd name="connsiteY0" fmla="*/ 15240 h 129540"/>
                  <a:gd name="connsiteX1" fmla="*/ 331688 w 489803"/>
                  <a:gd name="connsiteY1" fmla="*/ 0 h 129540"/>
                  <a:gd name="connsiteX2" fmla="*/ 489803 w 489803"/>
                  <a:gd name="connsiteY2" fmla="*/ 127635 h 129540"/>
                  <a:gd name="connsiteX3" fmla="*/ 123825 w 489803"/>
                  <a:gd name="connsiteY3" fmla="*/ 129540 h 129540"/>
                  <a:gd name="connsiteX4" fmla="*/ 0 w 489803"/>
                  <a:gd name="connsiteY4" fmla="*/ 15240 h 129540"/>
                  <a:gd name="connsiteX0" fmla="*/ 0 w 489803"/>
                  <a:gd name="connsiteY0" fmla="*/ 1905 h 116205"/>
                  <a:gd name="connsiteX1" fmla="*/ 385028 w 489803"/>
                  <a:gd name="connsiteY1" fmla="*/ 0 h 116205"/>
                  <a:gd name="connsiteX2" fmla="*/ 489803 w 489803"/>
                  <a:gd name="connsiteY2" fmla="*/ 114300 h 116205"/>
                  <a:gd name="connsiteX3" fmla="*/ 123825 w 489803"/>
                  <a:gd name="connsiteY3" fmla="*/ 116205 h 116205"/>
                  <a:gd name="connsiteX4" fmla="*/ 0 w 489803"/>
                  <a:gd name="connsiteY4" fmla="*/ 1905 h 116205"/>
                  <a:gd name="connsiteX0" fmla="*/ 0 w 505043"/>
                  <a:gd name="connsiteY0" fmla="*/ 0 h 121920"/>
                  <a:gd name="connsiteX1" fmla="*/ 400268 w 505043"/>
                  <a:gd name="connsiteY1" fmla="*/ 5715 h 121920"/>
                  <a:gd name="connsiteX2" fmla="*/ 505043 w 505043"/>
                  <a:gd name="connsiteY2" fmla="*/ 120015 h 121920"/>
                  <a:gd name="connsiteX3" fmla="*/ 139065 w 505043"/>
                  <a:gd name="connsiteY3" fmla="*/ 121920 h 121920"/>
                  <a:gd name="connsiteX4" fmla="*/ 0 w 505043"/>
                  <a:gd name="connsiteY4" fmla="*/ 0 h 121920"/>
                  <a:gd name="connsiteX0" fmla="*/ 0 w 505043"/>
                  <a:gd name="connsiteY0" fmla="*/ 1905 h 123825"/>
                  <a:gd name="connsiteX1" fmla="*/ 404078 w 505043"/>
                  <a:gd name="connsiteY1" fmla="*/ 0 h 123825"/>
                  <a:gd name="connsiteX2" fmla="*/ 505043 w 505043"/>
                  <a:gd name="connsiteY2" fmla="*/ 121920 h 123825"/>
                  <a:gd name="connsiteX3" fmla="*/ 139065 w 505043"/>
                  <a:gd name="connsiteY3" fmla="*/ 123825 h 123825"/>
                  <a:gd name="connsiteX4" fmla="*/ 0 w 505043"/>
                  <a:gd name="connsiteY4" fmla="*/ 1905 h 123825"/>
                  <a:gd name="connsiteX0" fmla="*/ 0 w 514568"/>
                  <a:gd name="connsiteY0" fmla="*/ 1905 h 123825"/>
                  <a:gd name="connsiteX1" fmla="*/ 404078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3825"/>
                  <a:gd name="connsiteX1" fmla="*/ 398363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1920"/>
                  <a:gd name="connsiteX1" fmla="*/ 398363 w 514568"/>
                  <a:gd name="connsiteY1" fmla="*/ 0 h 121920"/>
                  <a:gd name="connsiteX2" fmla="*/ 514568 w 514568"/>
                  <a:gd name="connsiteY2" fmla="*/ 121920 h 121920"/>
                  <a:gd name="connsiteX3" fmla="*/ 129540 w 514568"/>
                  <a:gd name="connsiteY3" fmla="*/ 121920 h 121920"/>
                  <a:gd name="connsiteX4" fmla="*/ 0 w 514568"/>
                  <a:gd name="connsiteY4" fmla="*/ 1905 h 121920"/>
                  <a:gd name="connsiteX0" fmla="*/ 0 w 520283"/>
                  <a:gd name="connsiteY0" fmla="*/ 1905 h 125730"/>
                  <a:gd name="connsiteX1" fmla="*/ 398363 w 520283"/>
                  <a:gd name="connsiteY1" fmla="*/ 0 h 125730"/>
                  <a:gd name="connsiteX2" fmla="*/ 520283 w 520283"/>
                  <a:gd name="connsiteY2" fmla="*/ 125730 h 125730"/>
                  <a:gd name="connsiteX3" fmla="*/ 129540 w 520283"/>
                  <a:gd name="connsiteY3" fmla="*/ 121920 h 125730"/>
                  <a:gd name="connsiteX4" fmla="*/ 0 w 520283"/>
                  <a:gd name="connsiteY4" fmla="*/ 1905 h 125730"/>
                  <a:gd name="connsiteX0" fmla="*/ 0 w 520283"/>
                  <a:gd name="connsiteY0" fmla="*/ 1905 h 127635"/>
                  <a:gd name="connsiteX1" fmla="*/ 398363 w 520283"/>
                  <a:gd name="connsiteY1" fmla="*/ 0 h 127635"/>
                  <a:gd name="connsiteX2" fmla="*/ 520283 w 520283"/>
                  <a:gd name="connsiteY2" fmla="*/ 125730 h 127635"/>
                  <a:gd name="connsiteX3" fmla="*/ 133350 w 520283"/>
                  <a:gd name="connsiteY3" fmla="*/ 127635 h 127635"/>
                  <a:gd name="connsiteX4" fmla="*/ 0 w 520283"/>
                  <a:gd name="connsiteY4" fmla="*/ 1905 h 12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0283" h="127635">
                    <a:moveTo>
                      <a:pt x="0" y="1905"/>
                    </a:moveTo>
                    <a:lnTo>
                      <a:pt x="398363" y="0"/>
                    </a:lnTo>
                    <a:lnTo>
                      <a:pt x="520283" y="125730"/>
                    </a:lnTo>
                    <a:lnTo>
                      <a:pt x="133350" y="127635"/>
                    </a:lnTo>
                    <a:lnTo>
                      <a:pt x="0" y="1905"/>
                    </a:lnTo>
                    <a:close/>
                  </a:path>
                </a:pathLst>
              </a:custGeom>
              <a:gradFill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9" name="Group 518"/>
            <p:cNvGrpSpPr/>
            <p:nvPr/>
          </p:nvGrpSpPr>
          <p:grpSpPr>
            <a:xfrm rot="5400000">
              <a:off x="3783319" y="3259433"/>
              <a:ext cx="541247" cy="709956"/>
              <a:chOff x="1027560" y="1988818"/>
              <a:chExt cx="545969" cy="678181"/>
            </a:xfrm>
          </p:grpSpPr>
          <p:sp>
            <p:nvSpPr>
              <p:cNvPr id="526" name="Cube 525"/>
              <p:cNvSpPr/>
              <p:nvPr/>
            </p:nvSpPr>
            <p:spPr>
              <a:xfrm flipH="1">
                <a:off x="1027560" y="1988818"/>
                <a:ext cx="545969" cy="678181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27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171574" y="2133601"/>
                <a:ext cx="401955" cy="5295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28" name="Rectangle 83"/>
              <p:cNvSpPr/>
              <p:nvPr/>
            </p:nvSpPr>
            <p:spPr>
              <a:xfrm>
                <a:off x="1028484" y="2005964"/>
                <a:ext cx="125948" cy="65341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948" h="653415">
                    <a:moveTo>
                      <a:pt x="1905" y="0"/>
                    </a:moveTo>
                    <a:lnTo>
                      <a:pt x="124043" y="121920"/>
                    </a:lnTo>
                    <a:lnTo>
                      <a:pt x="125948" y="653415"/>
                    </a:lnTo>
                    <a:lnTo>
                      <a:pt x="0" y="527685"/>
                    </a:lnTo>
                    <a:lnTo>
                      <a:pt x="190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Rectangle 83"/>
              <p:cNvSpPr/>
              <p:nvPr/>
            </p:nvSpPr>
            <p:spPr>
              <a:xfrm>
                <a:off x="1037545" y="1988820"/>
                <a:ext cx="520283" cy="12763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  <a:gd name="connsiteX0" fmla="*/ 1905 w 305018"/>
                  <a:gd name="connsiteY0" fmla="*/ 0 h 527685"/>
                  <a:gd name="connsiteX1" fmla="*/ 124043 w 305018"/>
                  <a:gd name="connsiteY1" fmla="*/ 121920 h 527685"/>
                  <a:gd name="connsiteX2" fmla="*/ 305018 w 305018"/>
                  <a:gd name="connsiteY2" fmla="*/ 358140 h 527685"/>
                  <a:gd name="connsiteX3" fmla="*/ 0 w 305018"/>
                  <a:gd name="connsiteY3" fmla="*/ 527685 h 527685"/>
                  <a:gd name="connsiteX4" fmla="*/ 1905 w 305018"/>
                  <a:gd name="connsiteY4" fmla="*/ 0 h 527685"/>
                  <a:gd name="connsiteX0" fmla="*/ 62865 w 365978"/>
                  <a:gd name="connsiteY0" fmla="*/ 0 h 360045"/>
                  <a:gd name="connsiteX1" fmla="*/ 185003 w 365978"/>
                  <a:gd name="connsiteY1" fmla="*/ 121920 h 360045"/>
                  <a:gd name="connsiteX2" fmla="*/ 365978 w 365978"/>
                  <a:gd name="connsiteY2" fmla="*/ 358140 h 360045"/>
                  <a:gd name="connsiteX3" fmla="*/ 0 w 365978"/>
                  <a:gd name="connsiteY3" fmla="*/ 360045 h 360045"/>
                  <a:gd name="connsiteX4" fmla="*/ 62865 w 365978"/>
                  <a:gd name="connsiteY4" fmla="*/ 0 h 360045"/>
                  <a:gd name="connsiteX0" fmla="*/ 0 w 489803"/>
                  <a:gd name="connsiteY0" fmla="*/ 123825 h 238125"/>
                  <a:gd name="connsiteX1" fmla="*/ 308828 w 489803"/>
                  <a:gd name="connsiteY1" fmla="*/ 0 h 238125"/>
                  <a:gd name="connsiteX2" fmla="*/ 489803 w 489803"/>
                  <a:gd name="connsiteY2" fmla="*/ 236220 h 238125"/>
                  <a:gd name="connsiteX3" fmla="*/ 123825 w 489803"/>
                  <a:gd name="connsiteY3" fmla="*/ 238125 h 238125"/>
                  <a:gd name="connsiteX4" fmla="*/ 0 w 489803"/>
                  <a:gd name="connsiteY4" fmla="*/ 123825 h 238125"/>
                  <a:gd name="connsiteX0" fmla="*/ 0 w 489803"/>
                  <a:gd name="connsiteY0" fmla="*/ 15240 h 129540"/>
                  <a:gd name="connsiteX1" fmla="*/ 331688 w 489803"/>
                  <a:gd name="connsiteY1" fmla="*/ 0 h 129540"/>
                  <a:gd name="connsiteX2" fmla="*/ 489803 w 489803"/>
                  <a:gd name="connsiteY2" fmla="*/ 127635 h 129540"/>
                  <a:gd name="connsiteX3" fmla="*/ 123825 w 489803"/>
                  <a:gd name="connsiteY3" fmla="*/ 129540 h 129540"/>
                  <a:gd name="connsiteX4" fmla="*/ 0 w 489803"/>
                  <a:gd name="connsiteY4" fmla="*/ 15240 h 129540"/>
                  <a:gd name="connsiteX0" fmla="*/ 0 w 489803"/>
                  <a:gd name="connsiteY0" fmla="*/ 1905 h 116205"/>
                  <a:gd name="connsiteX1" fmla="*/ 385028 w 489803"/>
                  <a:gd name="connsiteY1" fmla="*/ 0 h 116205"/>
                  <a:gd name="connsiteX2" fmla="*/ 489803 w 489803"/>
                  <a:gd name="connsiteY2" fmla="*/ 114300 h 116205"/>
                  <a:gd name="connsiteX3" fmla="*/ 123825 w 489803"/>
                  <a:gd name="connsiteY3" fmla="*/ 116205 h 116205"/>
                  <a:gd name="connsiteX4" fmla="*/ 0 w 489803"/>
                  <a:gd name="connsiteY4" fmla="*/ 1905 h 116205"/>
                  <a:gd name="connsiteX0" fmla="*/ 0 w 505043"/>
                  <a:gd name="connsiteY0" fmla="*/ 0 h 121920"/>
                  <a:gd name="connsiteX1" fmla="*/ 400268 w 505043"/>
                  <a:gd name="connsiteY1" fmla="*/ 5715 h 121920"/>
                  <a:gd name="connsiteX2" fmla="*/ 505043 w 505043"/>
                  <a:gd name="connsiteY2" fmla="*/ 120015 h 121920"/>
                  <a:gd name="connsiteX3" fmla="*/ 139065 w 505043"/>
                  <a:gd name="connsiteY3" fmla="*/ 121920 h 121920"/>
                  <a:gd name="connsiteX4" fmla="*/ 0 w 505043"/>
                  <a:gd name="connsiteY4" fmla="*/ 0 h 121920"/>
                  <a:gd name="connsiteX0" fmla="*/ 0 w 505043"/>
                  <a:gd name="connsiteY0" fmla="*/ 1905 h 123825"/>
                  <a:gd name="connsiteX1" fmla="*/ 404078 w 505043"/>
                  <a:gd name="connsiteY1" fmla="*/ 0 h 123825"/>
                  <a:gd name="connsiteX2" fmla="*/ 505043 w 505043"/>
                  <a:gd name="connsiteY2" fmla="*/ 121920 h 123825"/>
                  <a:gd name="connsiteX3" fmla="*/ 139065 w 505043"/>
                  <a:gd name="connsiteY3" fmla="*/ 123825 h 123825"/>
                  <a:gd name="connsiteX4" fmla="*/ 0 w 505043"/>
                  <a:gd name="connsiteY4" fmla="*/ 1905 h 123825"/>
                  <a:gd name="connsiteX0" fmla="*/ 0 w 514568"/>
                  <a:gd name="connsiteY0" fmla="*/ 1905 h 123825"/>
                  <a:gd name="connsiteX1" fmla="*/ 404078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3825"/>
                  <a:gd name="connsiteX1" fmla="*/ 398363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1920"/>
                  <a:gd name="connsiteX1" fmla="*/ 398363 w 514568"/>
                  <a:gd name="connsiteY1" fmla="*/ 0 h 121920"/>
                  <a:gd name="connsiteX2" fmla="*/ 514568 w 514568"/>
                  <a:gd name="connsiteY2" fmla="*/ 121920 h 121920"/>
                  <a:gd name="connsiteX3" fmla="*/ 129540 w 514568"/>
                  <a:gd name="connsiteY3" fmla="*/ 121920 h 121920"/>
                  <a:gd name="connsiteX4" fmla="*/ 0 w 514568"/>
                  <a:gd name="connsiteY4" fmla="*/ 1905 h 121920"/>
                  <a:gd name="connsiteX0" fmla="*/ 0 w 520283"/>
                  <a:gd name="connsiteY0" fmla="*/ 1905 h 125730"/>
                  <a:gd name="connsiteX1" fmla="*/ 398363 w 520283"/>
                  <a:gd name="connsiteY1" fmla="*/ 0 h 125730"/>
                  <a:gd name="connsiteX2" fmla="*/ 520283 w 520283"/>
                  <a:gd name="connsiteY2" fmla="*/ 125730 h 125730"/>
                  <a:gd name="connsiteX3" fmla="*/ 129540 w 520283"/>
                  <a:gd name="connsiteY3" fmla="*/ 121920 h 125730"/>
                  <a:gd name="connsiteX4" fmla="*/ 0 w 520283"/>
                  <a:gd name="connsiteY4" fmla="*/ 1905 h 125730"/>
                  <a:gd name="connsiteX0" fmla="*/ 0 w 520283"/>
                  <a:gd name="connsiteY0" fmla="*/ 1905 h 127635"/>
                  <a:gd name="connsiteX1" fmla="*/ 398363 w 520283"/>
                  <a:gd name="connsiteY1" fmla="*/ 0 h 127635"/>
                  <a:gd name="connsiteX2" fmla="*/ 520283 w 520283"/>
                  <a:gd name="connsiteY2" fmla="*/ 125730 h 127635"/>
                  <a:gd name="connsiteX3" fmla="*/ 133350 w 520283"/>
                  <a:gd name="connsiteY3" fmla="*/ 127635 h 127635"/>
                  <a:gd name="connsiteX4" fmla="*/ 0 w 520283"/>
                  <a:gd name="connsiteY4" fmla="*/ 1905 h 12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0283" h="127635">
                    <a:moveTo>
                      <a:pt x="0" y="1905"/>
                    </a:moveTo>
                    <a:lnTo>
                      <a:pt x="398363" y="0"/>
                    </a:lnTo>
                    <a:lnTo>
                      <a:pt x="520283" y="125730"/>
                    </a:lnTo>
                    <a:lnTo>
                      <a:pt x="133350" y="127635"/>
                    </a:lnTo>
                    <a:lnTo>
                      <a:pt x="0" y="1905"/>
                    </a:lnTo>
                    <a:close/>
                  </a:path>
                </a:pathLst>
              </a:custGeom>
              <a:gradFill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0" name="Group 519"/>
            <p:cNvGrpSpPr/>
            <p:nvPr/>
          </p:nvGrpSpPr>
          <p:grpSpPr>
            <a:xfrm>
              <a:off x="2286000" y="2769967"/>
              <a:ext cx="3505200" cy="3407152"/>
              <a:chOff x="3048000" y="2769967"/>
              <a:chExt cx="3505200" cy="3407152"/>
            </a:xfrm>
          </p:grpSpPr>
          <p:sp>
            <p:nvSpPr>
              <p:cNvPr id="521" name="TextBox 520"/>
              <p:cNvSpPr txBox="1"/>
              <p:nvPr/>
            </p:nvSpPr>
            <p:spPr>
              <a:xfrm>
                <a:off x="3048000" y="2769967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2" name="TextBox 521"/>
              <p:cNvSpPr txBox="1"/>
              <p:nvPr/>
            </p:nvSpPr>
            <p:spPr>
              <a:xfrm>
                <a:off x="3124200" y="4983480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3" name="TextBox 522"/>
              <p:cNvSpPr txBox="1"/>
              <p:nvPr/>
            </p:nvSpPr>
            <p:spPr>
              <a:xfrm>
                <a:off x="3124200" y="5746232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4" name="TextBox 523"/>
              <p:cNvSpPr txBox="1"/>
              <p:nvPr/>
            </p:nvSpPr>
            <p:spPr>
              <a:xfrm>
                <a:off x="5562600" y="3581400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5" name="TextBox 524"/>
              <p:cNvSpPr txBox="1"/>
              <p:nvPr/>
            </p:nvSpPr>
            <p:spPr>
              <a:xfrm>
                <a:off x="5562600" y="5055513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</p:grpSp>
      <p:sp>
        <p:nvSpPr>
          <p:cNvPr id="168" name="Rectangle 167"/>
          <p:cNvSpPr/>
          <p:nvPr/>
        </p:nvSpPr>
        <p:spPr>
          <a:xfrm>
            <a:off x="990600" y="2298146"/>
            <a:ext cx="6006647" cy="455985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9A5B-5B03-425B-9284-2F10A88898BE}" type="slidenum">
              <a:rPr lang="en-US" smtClean="0"/>
              <a:t>4</a:t>
            </a:fld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1237015" y="2717920"/>
            <a:ext cx="5756804" cy="1987682"/>
          </a:xfrm>
          <a:custGeom>
            <a:avLst/>
            <a:gdLst>
              <a:gd name="connsiteX0" fmla="*/ 0 w 5756804"/>
              <a:gd name="connsiteY0" fmla="*/ 21990 h 1989598"/>
              <a:gd name="connsiteX1" fmla="*/ 645429 w 5756804"/>
              <a:gd name="connsiteY1" fmla="*/ 115686 h 1989598"/>
              <a:gd name="connsiteX2" fmla="*/ 2446381 w 5756804"/>
              <a:gd name="connsiteY2" fmla="*/ 917304 h 1989598"/>
              <a:gd name="connsiteX3" fmla="*/ 3175091 w 5756804"/>
              <a:gd name="connsiteY3" fmla="*/ 1000589 h 1989598"/>
              <a:gd name="connsiteX4" fmla="*/ 4976044 w 5756804"/>
              <a:gd name="connsiteY4" fmla="*/ 1791796 h 1989598"/>
              <a:gd name="connsiteX5" fmla="*/ 5756804 w 5756804"/>
              <a:gd name="connsiteY5" fmla="*/ 1989598 h 1989598"/>
              <a:gd name="connsiteX0" fmla="*/ 0 w 5756804"/>
              <a:gd name="connsiteY0" fmla="*/ 20074 h 1987682"/>
              <a:gd name="connsiteX1" fmla="*/ 645429 w 5756804"/>
              <a:gd name="connsiteY1" fmla="*/ 113770 h 1987682"/>
              <a:gd name="connsiteX2" fmla="*/ 2373510 w 5756804"/>
              <a:gd name="connsiteY2" fmla="*/ 873745 h 1987682"/>
              <a:gd name="connsiteX3" fmla="*/ 3175091 w 5756804"/>
              <a:gd name="connsiteY3" fmla="*/ 998673 h 1987682"/>
              <a:gd name="connsiteX4" fmla="*/ 4976044 w 5756804"/>
              <a:gd name="connsiteY4" fmla="*/ 1789880 h 1987682"/>
              <a:gd name="connsiteX5" fmla="*/ 5756804 w 5756804"/>
              <a:gd name="connsiteY5" fmla="*/ 1987682 h 198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6804" h="1987682">
                <a:moveTo>
                  <a:pt x="0" y="20074"/>
                </a:moveTo>
                <a:cubicBezTo>
                  <a:pt x="118849" y="-7688"/>
                  <a:pt x="249844" y="-28509"/>
                  <a:pt x="645429" y="113770"/>
                </a:cubicBezTo>
                <a:cubicBezTo>
                  <a:pt x="1041014" y="256049"/>
                  <a:pt x="1951900" y="726261"/>
                  <a:pt x="2373510" y="873745"/>
                </a:cubicBezTo>
                <a:cubicBezTo>
                  <a:pt x="2795120" y="1021229"/>
                  <a:pt x="2741335" y="845984"/>
                  <a:pt x="3175091" y="998673"/>
                </a:cubicBezTo>
                <a:cubicBezTo>
                  <a:pt x="3608847" y="1151362"/>
                  <a:pt x="4545759" y="1625045"/>
                  <a:pt x="4976044" y="1789880"/>
                </a:cubicBezTo>
                <a:cubicBezTo>
                  <a:pt x="5406330" y="1954715"/>
                  <a:pt x="5756804" y="1987682"/>
                  <a:pt x="5756804" y="1987682"/>
                </a:cubicBezTo>
              </a:path>
            </a:pathLst>
          </a:custGeom>
          <a:ln w="114300">
            <a:solidFill>
              <a:schemeClr val="accent2"/>
            </a:solidFill>
            <a:tailEnd type="stealth" w="lg" len="lg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TextBox 294"/>
          <p:cNvSpPr txBox="1"/>
          <p:nvPr/>
        </p:nvSpPr>
        <p:spPr>
          <a:xfrm>
            <a:off x="3058680" y="29718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BD0A12"/>
                </a:solidFill>
              </a:rPr>
              <a:t>10</a:t>
            </a:r>
            <a:endParaRPr lang="en-US" sz="2400" b="1" dirty="0">
              <a:solidFill>
                <a:srgbClr val="BD0A12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237015" y="3693877"/>
            <a:ext cx="5694343" cy="2517419"/>
          </a:xfrm>
          <a:custGeom>
            <a:avLst/>
            <a:gdLst>
              <a:gd name="connsiteX0" fmla="*/ 0 w 5694343"/>
              <a:gd name="connsiteY0" fmla="*/ 2619358 h 2625922"/>
              <a:gd name="connsiteX1" fmla="*/ 603788 w 5694343"/>
              <a:gd name="connsiteY1" fmla="*/ 2567305 h 2625922"/>
              <a:gd name="connsiteX2" fmla="*/ 926502 w 5694343"/>
              <a:gd name="connsiteY2" fmla="*/ 2192523 h 2625922"/>
              <a:gd name="connsiteX3" fmla="*/ 2394331 w 5694343"/>
              <a:gd name="connsiteY3" fmla="*/ 193682 h 2625922"/>
              <a:gd name="connsiteX4" fmla="*/ 3164681 w 5694343"/>
              <a:gd name="connsiteY4" fmla="*/ 162450 h 2625922"/>
              <a:gd name="connsiteX5" fmla="*/ 4944813 w 5694343"/>
              <a:gd name="connsiteY5" fmla="*/ 943247 h 2625922"/>
              <a:gd name="connsiteX6" fmla="*/ 5694343 w 5694343"/>
              <a:gd name="connsiteY6" fmla="*/ 1338851 h 2625922"/>
              <a:gd name="connsiteX0" fmla="*/ 0 w 5694343"/>
              <a:gd name="connsiteY0" fmla="*/ 2562408 h 2568972"/>
              <a:gd name="connsiteX1" fmla="*/ 603788 w 5694343"/>
              <a:gd name="connsiteY1" fmla="*/ 2510355 h 2568972"/>
              <a:gd name="connsiteX2" fmla="*/ 926502 w 5694343"/>
              <a:gd name="connsiteY2" fmla="*/ 2135573 h 2568972"/>
              <a:gd name="connsiteX3" fmla="*/ 2352690 w 5694343"/>
              <a:gd name="connsiteY3" fmla="*/ 230427 h 2568972"/>
              <a:gd name="connsiteX4" fmla="*/ 3164681 w 5694343"/>
              <a:gd name="connsiteY4" fmla="*/ 105500 h 2568972"/>
              <a:gd name="connsiteX5" fmla="*/ 4944813 w 5694343"/>
              <a:gd name="connsiteY5" fmla="*/ 886297 h 2568972"/>
              <a:gd name="connsiteX6" fmla="*/ 5694343 w 5694343"/>
              <a:gd name="connsiteY6" fmla="*/ 1281901 h 2568972"/>
              <a:gd name="connsiteX0" fmla="*/ 0 w 5694343"/>
              <a:gd name="connsiteY0" fmla="*/ 2578014 h 2584578"/>
              <a:gd name="connsiteX1" fmla="*/ 603788 w 5694343"/>
              <a:gd name="connsiteY1" fmla="*/ 2525961 h 2584578"/>
              <a:gd name="connsiteX2" fmla="*/ 926502 w 5694343"/>
              <a:gd name="connsiteY2" fmla="*/ 2151179 h 2584578"/>
              <a:gd name="connsiteX3" fmla="*/ 2352690 w 5694343"/>
              <a:gd name="connsiteY3" fmla="*/ 246033 h 2584578"/>
              <a:gd name="connsiteX4" fmla="*/ 3164681 w 5694343"/>
              <a:gd name="connsiteY4" fmla="*/ 121106 h 2584578"/>
              <a:gd name="connsiteX5" fmla="*/ 4944813 w 5694343"/>
              <a:gd name="connsiteY5" fmla="*/ 901903 h 2584578"/>
              <a:gd name="connsiteX6" fmla="*/ 5694343 w 5694343"/>
              <a:gd name="connsiteY6" fmla="*/ 1297507 h 2584578"/>
              <a:gd name="connsiteX0" fmla="*/ 0 w 5694343"/>
              <a:gd name="connsiteY0" fmla="*/ 2505055 h 2511619"/>
              <a:gd name="connsiteX1" fmla="*/ 603788 w 5694343"/>
              <a:gd name="connsiteY1" fmla="*/ 2453002 h 2511619"/>
              <a:gd name="connsiteX2" fmla="*/ 926502 w 5694343"/>
              <a:gd name="connsiteY2" fmla="*/ 2078220 h 2511619"/>
              <a:gd name="connsiteX3" fmla="*/ 2352690 w 5694343"/>
              <a:gd name="connsiteY3" fmla="*/ 173074 h 2511619"/>
              <a:gd name="connsiteX4" fmla="*/ 3424934 w 5694343"/>
              <a:gd name="connsiteY4" fmla="*/ 162664 h 2511619"/>
              <a:gd name="connsiteX5" fmla="*/ 4944813 w 5694343"/>
              <a:gd name="connsiteY5" fmla="*/ 828944 h 2511619"/>
              <a:gd name="connsiteX6" fmla="*/ 5694343 w 5694343"/>
              <a:gd name="connsiteY6" fmla="*/ 1224548 h 2511619"/>
              <a:gd name="connsiteX0" fmla="*/ 0 w 5694343"/>
              <a:gd name="connsiteY0" fmla="*/ 2534188 h 2540752"/>
              <a:gd name="connsiteX1" fmla="*/ 603788 w 5694343"/>
              <a:gd name="connsiteY1" fmla="*/ 2482135 h 2540752"/>
              <a:gd name="connsiteX2" fmla="*/ 926502 w 5694343"/>
              <a:gd name="connsiteY2" fmla="*/ 2107353 h 2540752"/>
              <a:gd name="connsiteX3" fmla="*/ 2352690 w 5694343"/>
              <a:gd name="connsiteY3" fmla="*/ 202207 h 2540752"/>
              <a:gd name="connsiteX4" fmla="*/ 3331243 w 5694343"/>
              <a:gd name="connsiteY4" fmla="*/ 129333 h 2540752"/>
              <a:gd name="connsiteX5" fmla="*/ 4944813 w 5694343"/>
              <a:gd name="connsiteY5" fmla="*/ 858077 h 2540752"/>
              <a:gd name="connsiteX6" fmla="*/ 5694343 w 5694343"/>
              <a:gd name="connsiteY6" fmla="*/ 1253681 h 2540752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55469 h 2542540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97112 h 2542540"/>
              <a:gd name="connsiteX0" fmla="*/ 0 w 5694343"/>
              <a:gd name="connsiteY0" fmla="*/ 2539594 h 2546158"/>
              <a:gd name="connsiteX1" fmla="*/ 603788 w 5694343"/>
              <a:gd name="connsiteY1" fmla="*/ 2487541 h 2546158"/>
              <a:gd name="connsiteX2" fmla="*/ 926502 w 5694343"/>
              <a:gd name="connsiteY2" fmla="*/ 2112759 h 2546158"/>
              <a:gd name="connsiteX3" fmla="*/ 2352690 w 5694343"/>
              <a:gd name="connsiteY3" fmla="*/ 207613 h 2546158"/>
              <a:gd name="connsiteX4" fmla="*/ 3331243 w 5694343"/>
              <a:gd name="connsiteY4" fmla="*/ 134739 h 2546158"/>
              <a:gd name="connsiteX5" fmla="*/ 5205067 w 5694343"/>
              <a:gd name="connsiteY5" fmla="*/ 957179 h 2546158"/>
              <a:gd name="connsiteX6" fmla="*/ 5694343 w 5694343"/>
              <a:gd name="connsiteY6" fmla="*/ 1300730 h 2546158"/>
              <a:gd name="connsiteX0" fmla="*/ 0 w 5694343"/>
              <a:gd name="connsiteY0" fmla="*/ 2556822 h 2563386"/>
              <a:gd name="connsiteX1" fmla="*/ 603788 w 5694343"/>
              <a:gd name="connsiteY1" fmla="*/ 2504769 h 2563386"/>
              <a:gd name="connsiteX2" fmla="*/ 926502 w 5694343"/>
              <a:gd name="connsiteY2" fmla="*/ 2129987 h 2563386"/>
              <a:gd name="connsiteX3" fmla="*/ 2352690 w 5694343"/>
              <a:gd name="connsiteY3" fmla="*/ 224841 h 2563386"/>
              <a:gd name="connsiteX4" fmla="*/ 3258373 w 5694343"/>
              <a:gd name="connsiteY4" fmla="*/ 120091 h 2563386"/>
              <a:gd name="connsiteX5" fmla="*/ 5205067 w 5694343"/>
              <a:gd name="connsiteY5" fmla="*/ 974407 h 2563386"/>
              <a:gd name="connsiteX6" fmla="*/ 5694343 w 5694343"/>
              <a:gd name="connsiteY6" fmla="*/ 1317958 h 2563386"/>
              <a:gd name="connsiteX0" fmla="*/ 0 w 5694343"/>
              <a:gd name="connsiteY0" fmla="*/ 2505439 h 2512003"/>
              <a:gd name="connsiteX1" fmla="*/ 603788 w 5694343"/>
              <a:gd name="connsiteY1" fmla="*/ 2453386 h 2512003"/>
              <a:gd name="connsiteX2" fmla="*/ 926502 w 5694343"/>
              <a:gd name="connsiteY2" fmla="*/ 2078604 h 2512003"/>
              <a:gd name="connsiteX3" fmla="*/ 2248589 w 5694343"/>
              <a:gd name="connsiteY3" fmla="*/ 279712 h 2512003"/>
              <a:gd name="connsiteX4" fmla="*/ 3258373 w 5694343"/>
              <a:gd name="connsiteY4" fmla="*/ 68708 h 2512003"/>
              <a:gd name="connsiteX5" fmla="*/ 5205067 w 5694343"/>
              <a:gd name="connsiteY5" fmla="*/ 923024 h 2512003"/>
              <a:gd name="connsiteX6" fmla="*/ 5694343 w 5694343"/>
              <a:gd name="connsiteY6" fmla="*/ 1266575 h 2512003"/>
              <a:gd name="connsiteX0" fmla="*/ 0 w 5694343"/>
              <a:gd name="connsiteY0" fmla="*/ 2517653 h 2524217"/>
              <a:gd name="connsiteX1" fmla="*/ 603788 w 5694343"/>
              <a:gd name="connsiteY1" fmla="*/ 2465600 h 2524217"/>
              <a:gd name="connsiteX2" fmla="*/ 926502 w 5694343"/>
              <a:gd name="connsiteY2" fmla="*/ 2090818 h 2524217"/>
              <a:gd name="connsiteX3" fmla="*/ 2248589 w 5694343"/>
              <a:gd name="connsiteY3" fmla="*/ 291926 h 2524217"/>
              <a:gd name="connsiteX4" fmla="*/ 3258373 w 5694343"/>
              <a:gd name="connsiteY4" fmla="*/ 80922 h 2524217"/>
              <a:gd name="connsiteX5" fmla="*/ 5205067 w 5694343"/>
              <a:gd name="connsiteY5" fmla="*/ 935238 h 2524217"/>
              <a:gd name="connsiteX6" fmla="*/ 5694343 w 5694343"/>
              <a:gd name="connsiteY6" fmla="*/ 1278789 h 2524217"/>
              <a:gd name="connsiteX0" fmla="*/ 0 w 5694343"/>
              <a:gd name="connsiteY0" fmla="*/ 2520671 h 2527235"/>
              <a:gd name="connsiteX1" fmla="*/ 603788 w 5694343"/>
              <a:gd name="connsiteY1" fmla="*/ 2468618 h 2527235"/>
              <a:gd name="connsiteX2" fmla="*/ 926502 w 5694343"/>
              <a:gd name="connsiteY2" fmla="*/ 2093836 h 2527235"/>
              <a:gd name="connsiteX3" fmla="*/ 2248589 w 5694343"/>
              <a:gd name="connsiteY3" fmla="*/ 294944 h 2527235"/>
              <a:gd name="connsiteX4" fmla="*/ 3258373 w 5694343"/>
              <a:gd name="connsiteY4" fmla="*/ 83940 h 2527235"/>
              <a:gd name="connsiteX5" fmla="*/ 5194656 w 5694343"/>
              <a:gd name="connsiteY5" fmla="*/ 980758 h 2527235"/>
              <a:gd name="connsiteX6" fmla="*/ 5694343 w 5694343"/>
              <a:gd name="connsiteY6" fmla="*/ 1281807 h 2527235"/>
              <a:gd name="connsiteX0" fmla="*/ 0 w 5694343"/>
              <a:gd name="connsiteY0" fmla="*/ 2486255 h 2492819"/>
              <a:gd name="connsiteX1" fmla="*/ 603788 w 5694343"/>
              <a:gd name="connsiteY1" fmla="*/ 2434202 h 2492819"/>
              <a:gd name="connsiteX2" fmla="*/ 926502 w 5694343"/>
              <a:gd name="connsiteY2" fmla="*/ 2059420 h 2492819"/>
              <a:gd name="connsiteX3" fmla="*/ 2248589 w 5694343"/>
              <a:gd name="connsiteY3" fmla="*/ 260528 h 2492819"/>
              <a:gd name="connsiteX4" fmla="*/ 3258373 w 5694343"/>
              <a:gd name="connsiteY4" fmla="*/ 81400 h 2492819"/>
              <a:gd name="connsiteX5" fmla="*/ 5194656 w 5694343"/>
              <a:gd name="connsiteY5" fmla="*/ 946342 h 2492819"/>
              <a:gd name="connsiteX6" fmla="*/ 5694343 w 5694343"/>
              <a:gd name="connsiteY6" fmla="*/ 1247391 h 2492819"/>
              <a:gd name="connsiteX0" fmla="*/ 0 w 5694343"/>
              <a:gd name="connsiteY0" fmla="*/ 2548617 h 2555181"/>
              <a:gd name="connsiteX1" fmla="*/ 603788 w 5694343"/>
              <a:gd name="connsiteY1" fmla="*/ 2496564 h 2555181"/>
              <a:gd name="connsiteX2" fmla="*/ 926502 w 5694343"/>
              <a:gd name="connsiteY2" fmla="*/ 2121782 h 2555181"/>
              <a:gd name="connsiteX3" fmla="*/ 2248589 w 5694343"/>
              <a:gd name="connsiteY3" fmla="*/ 322890 h 2555181"/>
              <a:gd name="connsiteX4" fmla="*/ 3123041 w 5694343"/>
              <a:gd name="connsiteY4" fmla="*/ 58759 h 2555181"/>
              <a:gd name="connsiteX5" fmla="*/ 5194656 w 5694343"/>
              <a:gd name="connsiteY5" fmla="*/ 1008704 h 2555181"/>
              <a:gd name="connsiteX6" fmla="*/ 5694343 w 5694343"/>
              <a:gd name="connsiteY6" fmla="*/ 1309753 h 2555181"/>
              <a:gd name="connsiteX0" fmla="*/ 0 w 5694343"/>
              <a:gd name="connsiteY0" fmla="*/ 2567501 h 2574065"/>
              <a:gd name="connsiteX1" fmla="*/ 603788 w 5694343"/>
              <a:gd name="connsiteY1" fmla="*/ 2515448 h 2574065"/>
              <a:gd name="connsiteX2" fmla="*/ 926502 w 5694343"/>
              <a:gd name="connsiteY2" fmla="*/ 2140666 h 2574065"/>
              <a:gd name="connsiteX3" fmla="*/ 2248589 w 5694343"/>
              <a:gd name="connsiteY3" fmla="*/ 341774 h 2574065"/>
              <a:gd name="connsiteX4" fmla="*/ 3123041 w 5694343"/>
              <a:gd name="connsiteY4" fmla="*/ 77643 h 2574065"/>
              <a:gd name="connsiteX5" fmla="*/ 5194656 w 5694343"/>
              <a:gd name="connsiteY5" fmla="*/ 1027588 h 2574065"/>
              <a:gd name="connsiteX6" fmla="*/ 5694343 w 5694343"/>
              <a:gd name="connsiteY6" fmla="*/ 1328637 h 2574065"/>
              <a:gd name="connsiteX0" fmla="*/ 0 w 5694343"/>
              <a:gd name="connsiteY0" fmla="*/ 2539176 h 2545740"/>
              <a:gd name="connsiteX1" fmla="*/ 603788 w 5694343"/>
              <a:gd name="connsiteY1" fmla="*/ 2487123 h 2545740"/>
              <a:gd name="connsiteX2" fmla="*/ 926502 w 5694343"/>
              <a:gd name="connsiteY2" fmla="*/ 2112341 h 2545740"/>
              <a:gd name="connsiteX3" fmla="*/ 2248589 w 5694343"/>
              <a:gd name="connsiteY3" fmla="*/ 313449 h 2545740"/>
              <a:gd name="connsiteX4" fmla="*/ 3123041 w 5694343"/>
              <a:gd name="connsiteY4" fmla="*/ 49318 h 2545740"/>
              <a:gd name="connsiteX5" fmla="*/ 5194656 w 5694343"/>
              <a:gd name="connsiteY5" fmla="*/ 999263 h 2545740"/>
              <a:gd name="connsiteX6" fmla="*/ 5694343 w 5694343"/>
              <a:gd name="connsiteY6" fmla="*/ 1300312 h 2545740"/>
              <a:gd name="connsiteX0" fmla="*/ 0 w 5694343"/>
              <a:gd name="connsiteY0" fmla="*/ 2562780 h 2569344"/>
              <a:gd name="connsiteX1" fmla="*/ 603788 w 5694343"/>
              <a:gd name="connsiteY1" fmla="*/ 2510727 h 2569344"/>
              <a:gd name="connsiteX2" fmla="*/ 926502 w 5694343"/>
              <a:gd name="connsiteY2" fmla="*/ 2135945 h 2569344"/>
              <a:gd name="connsiteX3" fmla="*/ 2248589 w 5694343"/>
              <a:gd name="connsiteY3" fmla="*/ 337053 h 2569344"/>
              <a:gd name="connsiteX4" fmla="*/ 3123041 w 5694343"/>
              <a:gd name="connsiteY4" fmla="*/ 72922 h 2569344"/>
              <a:gd name="connsiteX5" fmla="*/ 5194656 w 5694343"/>
              <a:gd name="connsiteY5" fmla="*/ 1022867 h 2569344"/>
              <a:gd name="connsiteX6" fmla="*/ 5694343 w 5694343"/>
              <a:gd name="connsiteY6" fmla="*/ 1323916 h 256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4343" h="2569344">
                <a:moveTo>
                  <a:pt x="0" y="2562780"/>
                </a:moveTo>
                <a:cubicBezTo>
                  <a:pt x="224685" y="2572323"/>
                  <a:pt x="449371" y="2581866"/>
                  <a:pt x="603788" y="2510727"/>
                </a:cubicBezTo>
                <a:cubicBezTo>
                  <a:pt x="758205" y="2439588"/>
                  <a:pt x="652368" y="2498224"/>
                  <a:pt x="926502" y="2135945"/>
                </a:cubicBezTo>
                <a:cubicBezTo>
                  <a:pt x="1200636" y="1773666"/>
                  <a:pt x="1882499" y="680890"/>
                  <a:pt x="2248589" y="337053"/>
                </a:cubicBezTo>
                <a:cubicBezTo>
                  <a:pt x="2614679" y="-6784"/>
                  <a:pt x="2621620" y="-73256"/>
                  <a:pt x="3123041" y="72922"/>
                </a:cubicBezTo>
                <a:cubicBezTo>
                  <a:pt x="3624462" y="219100"/>
                  <a:pt x="4766106" y="814368"/>
                  <a:pt x="5194656" y="1022867"/>
                </a:cubicBezTo>
                <a:cubicBezTo>
                  <a:pt x="5623206" y="1231366"/>
                  <a:pt x="5545131" y="1230220"/>
                  <a:pt x="5694343" y="1323916"/>
                </a:cubicBezTo>
              </a:path>
            </a:pathLst>
          </a:custGeom>
          <a:ln w="76200">
            <a:solidFill>
              <a:schemeClr val="accent1"/>
            </a:solidFill>
            <a:tailEnd type="stealth" w="lg" len="lg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Freeform 297"/>
          <p:cNvSpPr/>
          <p:nvPr/>
        </p:nvSpPr>
        <p:spPr>
          <a:xfrm>
            <a:off x="1177831" y="4218933"/>
            <a:ext cx="5756801" cy="1965320"/>
          </a:xfrm>
          <a:custGeom>
            <a:avLst/>
            <a:gdLst>
              <a:gd name="connsiteX0" fmla="*/ 0 w 5694343"/>
              <a:gd name="connsiteY0" fmla="*/ 2619358 h 2625922"/>
              <a:gd name="connsiteX1" fmla="*/ 603788 w 5694343"/>
              <a:gd name="connsiteY1" fmla="*/ 2567305 h 2625922"/>
              <a:gd name="connsiteX2" fmla="*/ 926502 w 5694343"/>
              <a:gd name="connsiteY2" fmla="*/ 2192523 h 2625922"/>
              <a:gd name="connsiteX3" fmla="*/ 2394331 w 5694343"/>
              <a:gd name="connsiteY3" fmla="*/ 193682 h 2625922"/>
              <a:gd name="connsiteX4" fmla="*/ 3164681 w 5694343"/>
              <a:gd name="connsiteY4" fmla="*/ 162450 h 2625922"/>
              <a:gd name="connsiteX5" fmla="*/ 4944813 w 5694343"/>
              <a:gd name="connsiteY5" fmla="*/ 943247 h 2625922"/>
              <a:gd name="connsiteX6" fmla="*/ 5694343 w 5694343"/>
              <a:gd name="connsiteY6" fmla="*/ 1338851 h 2625922"/>
              <a:gd name="connsiteX0" fmla="*/ 0 w 5694343"/>
              <a:gd name="connsiteY0" fmla="*/ 2562408 h 2568972"/>
              <a:gd name="connsiteX1" fmla="*/ 603788 w 5694343"/>
              <a:gd name="connsiteY1" fmla="*/ 2510355 h 2568972"/>
              <a:gd name="connsiteX2" fmla="*/ 926502 w 5694343"/>
              <a:gd name="connsiteY2" fmla="*/ 2135573 h 2568972"/>
              <a:gd name="connsiteX3" fmla="*/ 2352690 w 5694343"/>
              <a:gd name="connsiteY3" fmla="*/ 230427 h 2568972"/>
              <a:gd name="connsiteX4" fmla="*/ 3164681 w 5694343"/>
              <a:gd name="connsiteY4" fmla="*/ 105500 h 2568972"/>
              <a:gd name="connsiteX5" fmla="*/ 4944813 w 5694343"/>
              <a:gd name="connsiteY5" fmla="*/ 886297 h 2568972"/>
              <a:gd name="connsiteX6" fmla="*/ 5694343 w 5694343"/>
              <a:gd name="connsiteY6" fmla="*/ 1281901 h 2568972"/>
              <a:gd name="connsiteX0" fmla="*/ 0 w 5694343"/>
              <a:gd name="connsiteY0" fmla="*/ 2578014 h 2584578"/>
              <a:gd name="connsiteX1" fmla="*/ 603788 w 5694343"/>
              <a:gd name="connsiteY1" fmla="*/ 2525961 h 2584578"/>
              <a:gd name="connsiteX2" fmla="*/ 926502 w 5694343"/>
              <a:gd name="connsiteY2" fmla="*/ 2151179 h 2584578"/>
              <a:gd name="connsiteX3" fmla="*/ 2352690 w 5694343"/>
              <a:gd name="connsiteY3" fmla="*/ 246033 h 2584578"/>
              <a:gd name="connsiteX4" fmla="*/ 3164681 w 5694343"/>
              <a:gd name="connsiteY4" fmla="*/ 121106 h 2584578"/>
              <a:gd name="connsiteX5" fmla="*/ 4944813 w 5694343"/>
              <a:gd name="connsiteY5" fmla="*/ 901903 h 2584578"/>
              <a:gd name="connsiteX6" fmla="*/ 5694343 w 5694343"/>
              <a:gd name="connsiteY6" fmla="*/ 1297507 h 2584578"/>
              <a:gd name="connsiteX0" fmla="*/ 0 w 5694343"/>
              <a:gd name="connsiteY0" fmla="*/ 2505055 h 2511619"/>
              <a:gd name="connsiteX1" fmla="*/ 603788 w 5694343"/>
              <a:gd name="connsiteY1" fmla="*/ 2453002 h 2511619"/>
              <a:gd name="connsiteX2" fmla="*/ 926502 w 5694343"/>
              <a:gd name="connsiteY2" fmla="*/ 2078220 h 2511619"/>
              <a:gd name="connsiteX3" fmla="*/ 2352690 w 5694343"/>
              <a:gd name="connsiteY3" fmla="*/ 173074 h 2511619"/>
              <a:gd name="connsiteX4" fmla="*/ 3424934 w 5694343"/>
              <a:gd name="connsiteY4" fmla="*/ 162664 h 2511619"/>
              <a:gd name="connsiteX5" fmla="*/ 4944813 w 5694343"/>
              <a:gd name="connsiteY5" fmla="*/ 828944 h 2511619"/>
              <a:gd name="connsiteX6" fmla="*/ 5694343 w 5694343"/>
              <a:gd name="connsiteY6" fmla="*/ 1224548 h 2511619"/>
              <a:gd name="connsiteX0" fmla="*/ 0 w 5694343"/>
              <a:gd name="connsiteY0" fmla="*/ 2534188 h 2540752"/>
              <a:gd name="connsiteX1" fmla="*/ 603788 w 5694343"/>
              <a:gd name="connsiteY1" fmla="*/ 2482135 h 2540752"/>
              <a:gd name="connsiteX2" fmla="*/ 926502 w 5694343"/>
              <a:gd name="connsiteY2" fmla="*/ 2107353 h 2540752"/>
              <a:gd name="connsiteX3" fmla="*/ 2352690 w 5694343"/>
              <a:gd name="connsiteY3" fmla="*/ 202207 h 2540752"/>
              <a:gd name="connsiteX4" fmla="*/ 3331243 w 5694343"/>
              <a:gd name="connsiteY4" fmla="*/ 129333 h 2540752"/>
              <a:gd name="connsiteX5" fmla="*/ 4944813 w 5694343"/>
              <a:gd name="connsiteY5" fmla="*/ 858077 h 2540752"/>
              <a:gd name="connsiteX6" fmla="*/ 5694343 w 5694343"/>
              <a:gd name="connsiteY6" fmla="*/ 1253681 h 2540752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55469 h 2542540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97112 h 2542540"/>
              <a:gd name="connsiteX0" fmla="*/ 0 w 5694343"/>
              <a:gd name="connsiteY0" fmla="*/ 2539594 h 2546158"/>
              <a:gd name="connsiteX1" fmla="*/ 603788 w 5694343"/>
              <a:gd name="connsiteY1" fmla="*/ 2487541 h 2546158"/>
              <a:gd name="connsiteX2" fmla="*/ 926502 w 5694343"/>
              <a:gd name="connsiteY2" fmla="*/ 2112759 h 2546158"/>
              <a:gd name="connsiteX3" fmla="*/ 2352690 w 5694343"/>
              <a:gd name="connsiteY3" fmla="*/ 207613 h 2546158"/>
              <a:gd name="connsiteX4" fmla="*/ 3331243 w 5694343"/>
              <a:gd name="connsiteY4" fmla="*/ 134739 h 2546158"/>
              <a:gd name="connsiteX5" fmla="*/ 5205067 w 5694343"/>
              <a:gd name="connsiteY5" fmla="*/ 957179 h 2546158"/>
              <a:gd name="connsiteX6" fmla="*/ 5694343 w 5694343"/>
              <a:gd name="connsiteY6" fmla="*/ 1300730 h 2546158"/>
              <a:gd name="connsiteX0" fmla="*/ 0 w 5694343"/>
              <a:gd name="connsiteY0" fmla="*/ 2556822 h 2563386"/>
              <a:gd name="connsiteX1" fmla="*/ 603788 w 5694343"/>
              <a:gd name="connsiteY1" fmla="*/ 2504769 h 2563386"/>
              <a:gd name="connsiteX2" fmla="*/ 926502 w 5694343"/>
              <a:gd name="connsiteY2" fmla="*/ 2129987 h 2563386"/>
              <a:gd name="connsiteX3" fmla="*/ 2352690 w 5694343"/>
              <a:gd name="connsiteY3" fmla="*/ 224841 h 2563386"/>
              <a:gd name="connsiteX4" fmla="*/ 3258373 w 5694343"/>
              <a:gd name="connsiteY4" fmla="*/ 120091 h 2563386"/>
              <a:gd name="connsiteX5" fmla="*/ 5205067 w 5694343"/>
              <a:gd name="connsiteY5" fmla="*/ 974407 h 2563386"/>
              <a:gd name="connsiteX6" fmla="*/ 5694343 w 5694343"/>
              <a:gd name="connsiteY6" fmla="*/ 1317958 h 2563386"/>
              <a:gd name="connsiteX0" fmla="*/ 0 w 5694343"/>
              <a:gd name="connsiteY0" fmla="*/ 2505439 h 2512003"/>
              <a:gd name="connsiteX1" fmla="*/ 603788 w 5694343"/>
              <a:gd name="connsiteY1" fmla="*/ 2453386 h 2512003"/>
              <a:gd name="connsiteX2" fmla="*/ 926502 w 5694343"/>
              <a:gd name="connsiteY2" fmla="*/ 2078604 h 2512003"/>
              <a:gd name="connsiteX3" fmla="*/ 2248589 w 5694343"/>
              <a:gd name="connsiteY3" fmla="*/ 279712 h 2512003"/>
              <a:gd name="connsiteX4" fmla="*/ 3258373 w 5694343"/>
              <a:gd name="connsiteY4" fmla="*/ 68708 h 2512003"/>
              <a:gd name="connsiteX5" fmla="*/ 5205067 w 5694343"/>
              <a:gd name="connsiteY5" fmla="*/ 923024 h 2512003"/>
              <a:gd name="connsiteX6" fmla="*/ 5694343 w 5694343"/>
              <a:gd name="connsiteY6" fmla="*/ 1266575 h 2512003"/>
              <a:gd name="connsiteX0" fmla="*/ 0 w 5694343"/>
              <a:gd name="connsiteY0" fmla="*/ 2517653 h 2524217"/>
              <a:gd name="connsiteX1" fmla="*/ 603788 w 5694343"/>
              <a:gd name="connsiteY1" fmla="*/ 2465600 h 2524217"/>
              <a:gd name="connsiteX2" fmla="*/ 926502 w 5694343"/>
              <a:gd name="connsiteY2" fmla="*/ 2090818 h 2524217"/>
              <a:gd name="connsiteX3" fmla="*/ 2248589 w 5694343"/>
              <a:gd name="connsiteY3" fmla="*/ 291926 h 2524217"/>
              <a:gd name="connsiteX4" fmla="*/ 3258373 w 5694343"/>
              <a:gd name="connsiteY4" fmla="*/ 80922 h 2524217"/>
              <a:gd name="connsiteX5" fmla="*/ 5205067 w 5694343"/>
              <a:gd name="connsiteY5" fmla="*/ 935238 h 2524217"/>
              <a:gd name="connsiteX6" fmla="*/ 5694343 w 5694343"/>
              <a:gd name="connsiteY6" fmla="*/ 1278789 h 2524217"/>
              <a:gd name="connsiteX0" fmla="*/ 0 w 5694343"/>
              <a:gd name="connsiteY0" fmla="*/ 2520671 h 2527235"/>
              <a:gd name="connsiteX1" fmla="*/ 603788 w 5694343"/>
              <a:gd name="connsiteY1" fmla="*/ 2468618 h 2527235"/>
              <a:gd name="connsiteX2" fmla="*/ 926502 w 5694343"/>
              <a:gd name="connsiteY2" fmla="*/ 2093836 h 2527235"/>
              <a:gd name="connsiteX3" fmla="*/ 2248589 w 5694343"/>
              <a:gd name="connsiteY3" fmla="*/ 294944 h 2527235"/>
              <a:gd name="connsiteX4" fmla="*/ 3258373 w 5694343"/>
              <a:gd name="connsiteY4" fmla="*/ 83940 h 2527235"/>
              <a:gd name="connsiteX5" fmla="*/ 5194656 w 5694343"/>
              <a:gd name="connsiteY5" fmla="*/ 980758 h 2527235"/>
              <a:gd name="connsiteX6" fmla="*/ 5694343 w 5694343"/>
              <a:gd name="connsiteY6" fmla="*/ 1281807 h 2527235"/>
              <a:gd name="connsiteX0" fmla="*/ 0 w 5694343"/>
              <a:gd name="connsiteY0" fmla="*/ 2486255 h 2492819"/>
              <a:gd name="connsiteX1" fmla="*/ 603788 w 5694343"/>
              <a:gd name="connsiteY1" fmla="*/ 2434202 h 2492819"/>
              <a:gd name="connsiteX2" fmla="*/ 926502 w 5694343"/>
              <a:gd name="connsiteY2" fmla="*/ 2059420 h 2492819"/>
              <a:gd name="connsiteX3" fmla="*/ 2248589 w 5694343"/>
              <a:gd name="connsiteY3" fmla="*/ 260528 h 2492819"/>
              <a:gd name="connsiteX4" fmla="*/ 3258373 w 5694343"/>
              <a:gd name="connsiteY4" fmla="*/ 81400 h 2492819"/>
              <a:gd name="connsiteX5" fmla="*/ 5194656 w 5694343"/>
              <a:gd name="connsiteY5" fmla="*/ 946342 h 2492819"/>
              <a:gd name="connsiteX6" fmla="*/ 5694343 w 5694343"/>
              <a:gd name="connsiteY6" fmla="*/ 1247391 h 2492819"/>
              <a:gd name="connsiteX0" fmla="*/ 0 w 5694343"/>
              <a:gd name="connsiteY0" fmla="*/ 2548617 h 2555181"/>
              <a:gd name="connsiteX1" fmla="*/ 603788 w 5694343"/>
              <a:gd name="connsiteY1" fmla="*/ 2496564 h 2555181"/>
              <a:gd name="connsiteX2" fmla="*/ 926502 w 5694343"/>
              <a:gd name="connsiteY2" fmla="*/ 2121782 h 2555181"/>
              <a:gd name="connsiteX3" fmla="*/ 2248589 w 5694343"/>
              <a:gd name="connsiteY3" fmla="*/ 322890 h 2555181"/>
              <a:gd name="connsiteX4" fmla="*/ 3123041 w 5694343"/>
              <a:gd name="connsiteY4" fmla="*/ 58759 h 2555181"/>
              <a:gd name="connsiteX5" fmla="*/ 5194656 w 5694343"/>
              <a:gd name="connsiteY5" fmla="*/ 1008704 h 2555181"/>
              <a:gd name="connsiteX6" fmla="*/ 5694343 w 5694343"/>
              <a:gd name="connsiteY6" fmla="*/ 1309753 h 2555181"/>
              <a:gd name="connsiteX0" fmla="*/ 0 w 5694343"/>
              <a:gd name="connsiteY0" fmla="*/ 2567501 h 2574065"/>
              <a:gd name="connsiteX1" fmla="*/ 603788 w 5694343"/>
              <a:gd name="connsiteY1" fmla="*/ 2515448 h 2574065"/>
              <a:gd name="connsiteX2" fmla="*/ 926502 w 5694343"/>
              <a:gd name="connsiteY2" fmla="*/ 2140666 h 2574065"/>
              <a:gd name="connsiteX3" fmla="*/ 2248589 w 5694343"/>
              <a:gd name="connsiteY3" fmla="*/ 341774 h 2574065"/>
              <a:gd name="connsiteX4" fmla="*/ 3123041 w 5694343"/>
              <a:gd name="connsiteY4" fmla="*/ 77643 h 2574065"/>
              <a:gd name="connsiteX5" fmla="*/ 5194656 w 5694343"/>
              <a:gd name="connsiteY5" fmla="*/ 1027588 h 2574065"/>
              <a:gd name="connsiteX6" fmla="*/ 5694343 w 5694343"/>
              <a:gd name="connsiteY6" fmla="*/ 1328637 h 2574065"/>
              <a:gd name="connsiteX0" fmla="*/ 0 w 5694343"/>
              <a:gd name="connsiteY0" fmla="*/ 2539176 h 2545740"/>
              <a:gd name="connsiteX1" fmla="*/ 603788 w 5694343"/>
              <a:gd name="connsiteY1" fmla="*/ 2487123 h 2545740"/>
              <a:gd name="connsiteX2" fmla="*/ 926502 w 5694343"/>
              <a:gd name="connsiteY2" fmla="*/ 2112341 h 2545740"/>
              <a:gd name="connsiteX3" fmla="*/ 2248589 w 5694343"/>
              <a:gd name="connsiteY3" fmla="*/ 313449 h 2545740"/>
              <a:gd name="connsiteX4" fmla="*/ 3123041 w 5694343"/>
              <a:gd name="connsiteY4" fmla="*/ 49318 h 2545740"/>
              <a:gd name="connsiteX5" fmla="*/ 5194656 w 5694343"/>
              <a:gd name="connsiteY5" fmla="*/ 999263 h 2545740"/>
              <a:gd name="connsiteX6" fmla="*/ 5694343 w 5694343"/>
              <a:gd name="connsiteY6" fmla="*/ 1300312 h 2545740"/>
              <a:gd name="connsiteX0" fmla="*/ 0 w 5694343"/>
              <a:gd name="connsiteY0" fmla="*/ 2562780 h 2569344"/>
              <a:gd name="connsiteX1" fmla="*/ 603788 w 5694343"/>
              <a:gd name="connsiteY1" fmla="*/ 2510727 h 2569344"/>
              <a:gd name="connsiteX2" fmla="*/ 926502 w 5694343"/>
              <a:gd name="connsiteY2" fmla="*/ 2135945 h 2569344"/>
              <a:gd name="connsiteX3" fmla="*/ 2248589 w 5694343"/>
              <a:gd name="connsiteY3" fmla="*/ 337053 h 2569344"/>
              <a:gd name="connsiteX4" fmla="*/ 3123041 w 5694343"/>
              <a:gd name="connsiteY4" fmla="*/ 72922 h 2569344"/>
              <a:gd name="connsiteX5" fmla="*/ 5194656 w 5694343"/>
              <a:gd name="connsiteY5" fmla="*/ 1022867 h 2569344"/>
              <a:gd name="connsiteX6" fmla="*/ 5694343 w 5694343"/>
              <a:gd name="connsiteY6" fmla="*/ 1323916 h 2569344"/>
              <a:gd name="connsiteX0" fmla="*/ 0 w 5694343"/>
              <a:gd name="connsiteY0" fmla="*/ 2496799 h 2503363"/>
              <a:gd name="connsiteX1" fmla="*/ 603788 w 5694343"/>
              <a:gd name="connsiteY1" fmla="*/ 2444746 h 2503363"/>
              <a:gd name="connsiteX2" fmla="*/ 926502 w 5694343"/>
              <a:gd name="connsiteY2" fmla="*/ 2069964 h 2503363"/>
              <a:gd name="connsiteX3" fmla="*/ 2612943 w 5694343"/>
              <a:gd name="connsiteY3" fmla="*/ 1503613 h 2503363"/>
              <a:gd name="connsiteX4" fmla="*/ 3123041 w 5694343"/>
              <a:gd name="connsiteY4" fmla="*/ 6941 h 2503363"/>
              <a:gd name="connsiteX5" fmla="*/ 5194656 w 5694343"/>
              <a:gd name="connsiteY5" fmla="*/ 956886 h 2503363"/>
              <a:gd name="connsiteX6" fmla="*/ 5694343 w 5694343"/>
              <a:gd name="connsiteY6" fmla="*/ 1257935 h 2503363"/>
              <a:gd name="connsiteX0" fmla="*/ 0 w 5694343"/>
              <a:gd name="connsiteY0" fmla="*/ 2496799 h 2501246"/>
              <a:gd name="connsiteX1" fmla="*/ 603788 w 5694343"/>
              <a:gd name="connsiteY1" fmla="*/ 2444746 h 2501246"/>
              <a:gd name="connsiteX2" fmla="*/ 1290857 w 5694343"/>
              <a:gd name="connsiteY2" fmla="*/ 2133716 h 2501246"/>
              <a:gd name="connsiteX3" fmla="*/ 2612943 w 5694343"/>
              <a:gd name="connsiteY3" fmla="*/ 1503613 h 2501246"/>
              <a:gd name="connsiteX4" fmla="*/ 3123041 w 5694343"/>
              <a:gd name="connsiteY4" fmla="*/ 6941 h 2501246"/>
              <a:gd name="connsiteX5" fmla="*/ 5194656 w 5694343"/>
              <a:gd name="connsiteY5" fmla="*/ 956886 h 2501246"/>
              <a:gd name="connsiteX6" fmla="*/ 5694343 w 5694343"/>
              <a:gd name="connsiteY6" fmla="*/ 1257935 h 2501246"/>
              <a:gd name="connsiteX0" fmla="*/ 0 w 5756803"/>
              <a:gd name="connsiteY0" fmla="*/ 2231166 h 2445601"/>
              <a:gd name="connsiteX1" fmla="*/ 666248 w 5756803"/>
              <a:gd name="connsiteY1" fmla="*/ 2444746 h 2445601"/>
              <a:gd name="connsiteX2" fmla="*/ 1353317 w 5756803"/>
              <a:gd name="connsiteY2" fmla="*/ 2133716 h 2445601"/>
              <a:gd name="connsiteX3" fmla="*/ 2675403 w 5756803"/>
              <a:gd name="connsiteY3" fmla="*/ 1503613 h 2445601"/>
              <a:gd name="connsiteX4" fmla="*/ 3185501 w 5756803"/>
              <a:gd name="connsiteY4" fmla="*/ 6941 h 2445601"/>
              <a:gd name="connsiteX5" fmla="*/ 5257116 w 5756803"/>
              <a:gd name="connsiteY5" fmla="*/ 956886 h 2445601"/>
              <a:gd name="connsiteX6" fmla="*/ 5756803 w 5756803"/>
              <a:gd name="connsiteY6" fmla="*/ 1257935 h 2445601"/>
              <a:gd name="connsiteX0" fmla="*/ 0 w 5756803"/>
              <a:gd name="connsiteY0" fmla="*/ 2231166 h 2435017"/>
              <a:gd name="connsiteX1" fmla="*/ 562146 w 5756803"/>
              <a:gd name="connsiteY1" fmla="*/ 2434121 h 2435017"/>
              <a:gd name="connsiteX2" fmla="*/ 1353317 w 5756803"/>
              <a:gd name="connsiteY2" fmla="*/ 2133716 h 2435017"/>
              <a:gd name="connsiteX3" fmla="*/ 2675403 w 5756803"/>
              <a:gd name="connsiteY3" fmla="*/ 1503613 h 2435017"/>
              <a:gd name="connsiteX4" fmla="*/ 3185501 w 5756803"/>
              <a:gd name="connsiteY4" fmla="*/ 6941 h 2435017"/>
              <a:gd name="connsiteX5" fmla="*/ 5257116 w 5756803"/>
              <a:gd name="connsiteY5" fmla="*/ 956886 h 2435017"/>
              <a:gd name="connsiteX6" fmla="*/ 5756803 w 5756803"/>
              <a:gd name="connsiteY6" fmla="*/ 1257935 h 2435017"/>
              <a:gd name="connsiteX0" fmla="*/ 0 w 5756803"/>
              <a:gd name="connsiteY0" fmla="*/ 2103663 h 2434242"/>
              <a:gd name="connsiteX1" fmla="*/ 562146 w 5756803"/>
              <a:gd name="connsiteY1" fmla="*/ 2434121 h 2434242"/>
              <a:gd name="connsiteX2" fmla="*/ 1353317 w 5756803"/>
              <a:gd name="connsiteY2" fmla="*/ 2133716 h 2434242"/>
              <a:gd name="connsiteX3" fmla="*/ 2675403 w 5756803"/>
              <a:gd name="connsiteY3" fmla="*/ 1503613 h 2434242"/>
              <a:gd name="connsiteX4" fmla="*/ 3185501 w 5756803"/>
              <a:gd name="connsiteY4" fmla="*/ 6941 h 2434242"/>
              <a:gd name="connsiteX5" fmla="*/ 5257116 w 5756803"/>
              <a:gd name="connsiteY5" fmla="*/ 956886 h 2434242"/>
              <a:gd name="connsiteX6" fmla="*/ 5756803 w 5756803"/>
              <a:gd name="connsiteY6" fmla="*/ 1257935 h 2434242"/>
              <a:gd name="connsiteX0" fmla="*/ 0 w 5756803"/>
              <a:gd name="connsiteY0" fmla="*/ 2103177 h 2433759"/>
              <a:gd name="connsiteX1" fmla="*/ 562146 w 5756803"/>
              <a:gd name="connsiteY1" fmla="*/ 2433635 h 2433759"/>
              <a:gd name="connsiteX2" fmla="*/ 1353317 w 5756803"/>
              <a:gd name="connsiteY2" fmla="*/ 2133230 h 2433759"/>
              <a:gd name="connsiteX3" fmla="*/ 2623352 w 5756803"/>
              <a:gd name="connsiteY3" fmla="*/ 1481876 h 2433759"/>
              <a:gd name="connsiteX4" fmla="*/ 3185501 w 5756803"/>
              <a:gd name="connsiteY4" fmla="*/ 6455 h 2433759"/>
              <a:gd name="connsiteX5" fmla="*/ 5257116 w 5756803"/>
              <a:gd name="connsiteY5" fmla="*/ 956400 h 2433759"/>
              <a:gd name="connsiteX6" fmla="*/ 5756803 w 5756803"/>
              <a:gd name="connsiteY6" fmla="*/ 1257449 h 2433759"/>
              <a:gd name="connsiteX0" fmla="*/ 0 w 5746392"/>
              <a:gd name="connsiteY0" fmla="*/ 2220056 h 2434322"/>
              <a:gd name="connsiteX1" fmla="*/ 551735 w 5746392"/>
              <a:gd name="connsiteY1" fmla="*/ 2433635 h 2434322"/>
              <a:gd name="connsiteX2" fmla="*/ 1342906 w 5746392"/>
              <a:gd name="connsiteY2" fmla="*/ 2133230 h 2434322"/>
              <a:gd name="connsiteX3" fmla="*/ 2612941 w 5746392"/>
              <a:gd name="connsiteY3" fmla="*/ 1481876 h 2434322"/>
              <a:gd name="connsiteX4" fmla="*/ 3175090 w 5746392"/>
              <a:gd name="connsiteY4" fmla="*/ 6455 h 2434322"/>
              <a:gd name="connsiteX5" fmla="*/ 5246705 w 5746392"/>
              <a:gd name="connsiteY5" fmla="*/ 956400 h 2434322"/>
              <a:gd name="connsiteX6" fmla="*/ 5746392 w 5746392"/>
              <a:gd name="connsiteY6" fmla="*/ 1257449 h 2434322"/>
              <a:gd name="connsiteX0" fmla="*/ 0 w 5746392"/>
              <a:gd name="connsiteY0" fmla="*/ 2220056 h 2434527"/>
              <a:gd name="connsiteX1" fmla="*/ 551735 w 5746392"/>
              <a:gd name="connsiteY1" fmla="*/ 2433635 h 2434527"/>
              <a:gd name="connsiteX2" fmla="*/ 1342906 w 5746392"/>
              <a:gd name="connsiteY2" fmla="*/ 2133230 h 2434527"/>
              <a:gd name="connsiteX3" fmla="*/ 2612941 w 5746392"/>
              <a:gd name="connsiteY3" fmla="*/ 1481876 h 2434527"/>
              <a:gd name="connsiteX4" fmla="*/ 3175090 w 5746392"/>
              <a:gd name="connsiteY4" fmla="*/ 6455 h 2434527"/>
              <a:gd name="connsiteX5" fmla="*/ 5246705 w 5746392"/>
              <a:gd name="connsiteY5" fmla="*/ 956400 h 2434527"/>
              <a:gd name="connsiteX6" fmla="*/ 5746392 w 5746392"/>
              <a:gd name="connsiteY6" fmla="*/ 1257449 h 2434527"/>
              <a:gd name="connsiteX0" fmla="*/ 0 w 5746392"/>
              <a:gd name="connsiteY0" fmla="*/ 1270439 h 1484910"/>
              <a:gd name="connsiteX1" fmla="*/ 551735 w 5746392"/>
              <a:gd name="connsiteY1" fmla="*/ 1484018 h 1484910"/>
              <a:gd name="connsiteX2" fmla="*/ 1342906 w 5746392"/>
              <a:gd name="connsiteY2" fmla="*/ 1183613 h 1484910"/>
              <a:gd name="connsiteX3" fmla="*/ 2612941 w 5746392"/>
              <a:gd name="connsiteY3" fmla="*/ 532259 h 1484910"/>
              <a:gd name="connsiteX4" fmla="*/ 3320832 w 5746392"/>
              <a:gd name="connsiteY4" fmla="*/ 618765 h 1484910"/>
              <a:gd name="connsiteX5" fmla="*/ 5246705 w 5746392"/>
              <a:gd name="connsiteY5" fmla="*/ 6783 h 1484910"/>
              <a:gd name="connsiteX6" fmla="*/ 5746392 w 5746392"/>
              <a:gd name="connsiteY6" fmla="*/ 307832 h 1484910"/>
              <a:gd name="connsiteX0" fmla="*/ 0 w 5746392"/>
              <a:gd name="connsiteY0" fmla="*/ 1270439 h 1484910"/>
              <a:gd name="connsiteX1" fmla="*/ 551735 w 5746392"/>
              <a:gd name="connsiteY1" fmla="*/ 1484018 h 1484910"/>
              <a:gd name="connsiteX2" fmla="*/ 1342906 w 5746392"/>
              <a:gd name="connsiteY2" fmla="*/ 1183613 h 1484910"/>
              <a:gd name="connsiteX3" fmla="*/ 2425559 w 5746392"/>
              <a:gd name="connsiteY3" fmla="*/ 712890 h 1484910"/>
              <a:gd name="connsiteX4" fmla="*/ 3320832 w 5746392"/>
              <a:gd name="connsiteY4" fmla="*/ 618765 h 1484910"/>
              <a:gd name="connsiteX5" fmla="*/ 5246705 w 5746392"/>
              <a:gd name="connsiteY5" fmla="*/ 6783 h 1484910"/>
              <a:gd name="connsiteX6" fmla="*/ 5746392 w 5746392"/>
              <a:gd name="connsiteY6" fmla="*/ 307832 h 1484910"/>
              <a:gd name="connsiteX0" fmla="*/ 0 w 5746392"/>
              <a:gd name="connsiteY0" fmla="*/ 1511770 h 1726241"/>
              <a:gd name="connsiteX1" fmla="*/ 551735 w 5746392"/>
              <a:gd name="connsiteY1" fmla="*/ 1725349 h 1726241"/>
              <a:gd name="connsiteX2" fmla="*/ 1342906 w 5746392"/>
              <a:gd name="connsiteY2" fmla="*/ 1424944 h 1726241"/>
              <a:gd name="connsiteX3" fmla="*/ 2425559 w 5746392"/>
              <a:gd name="connsiteY3" fmla="*/ 954221 h 1726241"/>
              <a:gd name="connsiteX4" fmla="*/ 3320832 w 5746392"/>
              <a:gd name="connsiteY4" fmla="*/ 860096 h 1726241"/>
              <a:gd name="connsiteX5" fmla="*/ 5142604 w 5746392"/>
              <a:gd name="connsiteY5" fmla="*/ 3731 h 1726241"/>
              <a:gd name="connsiteX6" fmla="*/ 5746392 w 5746392"/>
              <a:gd name="connsiteY6" fmla="*/ 549163 h 1726241"/>
              <a:gd name="connsiteX0" fmla="*/ 0 w 5808852"/>
              <a:gd name="connsiteY0" fmla="*/ 1777433 h 1991904"/>
              <a:gd name="connsiteX1" fmla="*/ 551735 w 5808852"/>
              <a:gd name="connsiteY1" fmla="*/ 1991012 h 1991904"/>
              <a:gd name="connsiteX2" fmla="*/ 1342906 w 5808852"/>
              <a:gd name="connsiteY2" fmla="*/ 1690607 h 1991904"/>
              <a:gd name="connsiteX3" fmla="*/ 2425559 w 5808852"/>
              <a:gd name="connsiteY3" fmla="*/ 1219884 h 1991904"/>
              <a:gd name="connsiteX4" fmla="*/ 3320832 w 5808852"/>
              <a:gd name="connsiteY4" fmla="*/ 1125759 h 1991904"/>
              <a:gd name="connsiteX5" fmla="*/ 5142604 w 5808852"/>
              <a:gd name="connsiteY5" fmla="*/ 269394 h 1991904"/>
              <a:gd name="connsiteX6" fmla="*/ 5808852 w 5808852"/>
              <a:gd name="connsiteY6" fmla="*/ 28549 h 1991904"/>
              <a:gd name="connsiteX0" fmla="*/ 0 w 5808852"/>
              <a:gd name="connsiteY0" fmla="*/ 1748884 h 1963355"/>
              <a:gd name="connsiteX1" fmla="*/ 551735 w 5808852"/>
              <a:gd name="connsiteY1" fmla="*/ 1962463 h 1963355"/>
              <a:gd name="connsiteX2" fmla="*/ 1342906 w 5808852"/>
              <a:gd name="connsiteY2" fmla="*/ 1662058 h 1963355"/>
              <a:gd name="connsiteX3" fmla="*/ 2425559 w 5808852"/>
              <a:gd name="connsiteY3" fmla="*/ 1191335 h 1963355"/>
              <a:gd name="connsiteX4" fmla="*/ 3320832 w 5808852"/>
              <a:gd name="connsiteY4" fmla="*/ 1097210 h 1963355"/>
              <a:gd name="connsiteX5" fmla="*/ 5142604 w 5808852"/>
              <a:gd name="connsiteY5" fmla="*/ 240845 h 1963355"/>
              <a:gd name="connsiteX6" fmla="*/ 5808852 w 5808852"/>
              <a:gd name="connsiteY6" fmla="*/ 0 h 1963355"/>
              <a:gd name="connsiteX0" fmla="*/ 0 w 5756801"/>
              <a:gd name="connsiteY0" fmla="*/ 1791385 h 2005856"/>
              <a:gd name="connsiteX1" fmla="*/ 551735 w 5756801"/>
              <a:gd name="connsiteY1" fmla="*/ 2004964 h 2005856"/>
              <a:gd name="connsiteX2" fmla="*/ 1342906 w 5756801"/>
              <a:gd name="connsiteY2" fmla="*/ 1704559 h 2005856"/>
              <a:gd name="connsiteX3" fmla="*/ 2425559 w 5756801"/>
              <a:gd name="connsiteY3" fmla="*/ 1233836 h 2005856"/>
              <a:gd name="connsiteX4" fmla="*/ 3320832 w 5756801"/>
              <a:gd name="connsiteY4" fmla="*/ 1139711 h 2005856"/>
              <a:gd name="connsiteX5" fmla="*/ 5142604 w 5756801"/>
              <a:gd name="connsiteY5" fmla="*/ 283346 h 2005856"/>
              <a:gd name="connsiteX6" fmla="*/ 5756801 w 5756801"/>
              <a:gd name="connsiteY6" fmla="*/ 0 h 2005856"/>
              <a:gd name="connsiteX0" fmla="*/ 0 w 5756801"/>
              <a:gd name="connsiteY0" fmla="*/ 1791385 h 2005856"/>
              <a:gd name="connsiteX1" fmla="*/ 551735 w 5756801"/>
              <a:gd name="connsiteY1" fmla="*/ 2004964 h 2005856"/>
              <a:gd name="connsiteX2" fmla="*/ 1342906 w 5756801"/>
              <a:gd name="connsiteY2" fmla="*/ 1704559 h 2005856"/>
              <a:gd name="connsiteX3" fmla="*/ 2300638 w 5756801"/>
              <a:gd name="connsiteY3" fmla="*/ 1308213 h 2005856"/>
              <a:gd name="connsiteX4" fmla="*/ 3320832 w 5756801"/>
              <a:gd name="connsiteY4" fmla="*/ 1139711 h 2005856"/>
              <a:gd name="connsiteX5" fmla="*/ 5142604 w 5756801"/>
              <a:gd name="connsiteY5" fmla="*/ 283346 h 2005856"/>
              <a:gd name="connsiteX6" fmla="*/ 5756801 w 5756801"/>
              <a:gd name="connsiteY6" fmla="*/ 0 h 2005856"/>
              <a:gd name="connsiteX0" fmla="*/ 0 w 5756801"/>
              <a:gd name="connsiteY0" fmla="*/ 1791385 h 2005856"/>
              <a:gd name="connsiteX1" fmla="*/ 551735 w 5756801"/>
              <a:gd name="connsiteY1" fmla="*/ 2004964 h 2005856"/>
              <a:gd name="connsiteX2" fmla="*/ 1342906 w 5756801"/>
              <a:gd name="connsiteY2" fmla="*/ 1704559 h 2005856"/>
              <a:gd name="connsiteX3" fmla="*/ 2383919 w 5756801"/>
              <a:gd name="connsiteY3" fmla="*/ 1255087 h 2005856"/>
              <a:gd name="connsiteX4" fmla="*/ 3320832 w 5756801"/>
              <a:gd name="connsiteY4" fmla="*/ 1139711 h 2005856"/>
              <a:gd name="connsiteX5" fmla="*/ 5142604 w 5756801"/>
              <a:gd name="connsiteY5" fmla="*/ 283346 h 2005856"/>
              <a:gd name="connsiteX6" fmla="*/ 5756801 w 5756801"/>
              <a:gd name="connsiteY6" fmla="*/ 0 h 2005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6801" h="2005856">
                <a:moveTo>
                  <a:pt x="0" y="1791385"/>
                </a:moveTo>
                <a:cubicBezTo>
                  <a:pt x="224685" y="1854054"/>
                  <a:pt x="327917" y="2019435"/>
                  <a:pt x="551735" y="2004964"/>
                </a:cubicBezTo>
                <a:cubicBezTo>
                  <a:pt x="775553" y="1990493"/>
                  <a:pt x="1037542" y="1829538"/>
                  <a:pt x="1342906" y="1704559"/>
                </a:cubicBezTo>
                <a:cubicBezTo>
                  <a:pt x="1648270" y="1579580"/>
                  <a:pt x="2054265" y="1349228"/>
                  <a:pt x="2383919" y="1255087"/>
                </a:cubicBezTo>
                <a:cubicBezTo>
                  <a:pt x="2713573" y="1160946"/>
                  <a:pt x="2861051" y="1301668"/>
                  <a:pt x="3320832" y="1139711"/>
                </a:cubicBezTo>
                <a:cubicBezTo>
                  <a:pt x="3780613" y="977754"/>
                  <a:pt x="4736609" y="473298"/>
                  <a:pt x="5142604" y="283346"/>
                </a:cubicBezTo>
                <a:cubicBezTo>
                  <a:pt x="5548599" y="93394"/>
                  <a:pt x="5597179" y="140062"/>
                  <a:pt x="5756801" y="0"/>
                </a:cubicBezTo>
              </a:path>
            </a:pathLst>
          </a:custGeom>
          <a:ln w="76200">
            <a:solidFill>
              <a:schemeClr val="accent1"/>
            </a:solidFill>
            <a:tailEnd type="stealth" w="lg" len="lg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TextBox 298"/>
          <p:cNvSpPr txBox="1"/>
          <p:nvPr/>
        </p:nvSpPr>
        <p:spPr>
          <a:xfrm>
            <a:off x="2296680" y="40386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33CC"/>
                </a:solidFill>
              </a:rPr>
              <a:t>1</a:t>
            </a:r>
            <a:r>
              <a:rPr lang="en-US" sz="2400" b="1" dirty="0" smtClean="0">
                <a:solidFill>
                  <a:srgbClr val="0033CC"/>
                </a:solidFill>
              </a:rPr>
              <a:t>0</a:t>
            </a:r>
            <a:endParaRPr lang="en-US" sz="2400" b="1" dirty="0">
              <a:solidFill>
                <a:srgbClr val="0033CC"/>
              </a:solidFill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3134880" y="5481935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33CC"/>
                </a:solidFill>
              </a:rPr>
              <a:t>10</a:t>
            </a:r>
            <a:endParaRPr lang="en-US" sz="2400" b="1" dirty="0">
              <a:solidFill>
                <a:srgbClr val="0033CC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06417" y="2491711"/>
            <a:ext cx="539212" cy="3362070"/>
            <a:chOff x="440977" y="2657730"/>
            <a:chExt cx="539212" cy="336207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446789" y="2657730"/>
              <a:ext cx="533400" cy="0"/>
            </a:xfrm>
            <a:prstGeom prst="line">
              <a:avLst/>
            </a:prstGeom>
            <a:ln w="76200">
              <a:solidFill>
                <a:srgbClr val="BD0A1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/>
            <p:cNvCxnSpPr/>
            <p:nvPr/>
          </p:nvCxnSpPr>
          <p:spPr>
            <a:xfrm>
              <a:off x="440977" y="6019800"/>
              <a:ext cx="533400" cy="0"/>
            </a:xfrm>
            <a:prstGeom prst="line">
              <a:avLst/>
            </a:prstGeom>
            <a:ln w="76200">
              <a:solidFill>
                <a:srgbClr val="0033CC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5" name="Freeform 684"/>
          <p:cNvSpPr/>
          <p:nvPr/>
        </p:nvSpPr>
        <p:spPr>
          <a:xfrm>
            <a:off x="1229446" y="3699677"/>
            <a:ext cx="5694343" cy="2517419"/>
          </a:xfrm>
          <a:custGeom>
            <a:avLst/>
            <a:gdLst>
              <a:gd name="connsiteX0" fmla="*/ 0 w 5694343"/>
              <a:gd name="connsiteY0" fmla="*/ 2619358 h 2625922"/>
              <a:gd name="connsiteX1" fmla="*/ 603788 w 5694343"/>
              <a:gd name="connsiteY1" fmla="*/ 2567305 h 2625922"/>
              <a:gd name="connsiteX2" fmla="*/ 926502 w 5694343"/>
              <a:gd name="connsiteY2" fmla="*/ 2192523 h 2625922"/>
              <a:gd name="connsiteX3" fmla="*/ 2394331 w 5694343"/>
              <a:gd name="connsiteY3" fmla="*/ 193682 h 2625922"/>
              <a:gd name="connsiteX4" fmla="*/ 3164681 w 5694343"/>
              <a:gd name="connsiteY4" fmla="*/ 162450 h 2625922"/>
              <a:gd name="connsiteX5" fmla="*/ 4944813 w 5694343"/>
              <a:gd name="connsiteY5" fmla="*/ 943247 h 2625922"/>
              <a:gd name="connsiteX6" fmla="*/ 5694343 w 5694343"/>
              <a:gd name="connsiteY6" fmla="*/ 1338851 h 2625922"/>
              <a:gd name="connsiteX0" fmla="*/ 0 w 5694343"/>
              <a:gd name="connsiteY0" fmla="*/ 2562408 h 2568972"/>
              <a:gd name="connsiteX1" fmla="*/ 603788 w 5694343"/>
              <a:gd name="connsiteY1" fmla="*/ 2510355 h 2568972"/>
              <a:gd name="connsiteX2" fmla="*/ 926502 w 5694343"/>
              <a:gd name="connsiteY2" fmla="*/ 2135573 h 2568972"/>
              <a:gd name="connsiteX3" fmla="*/ 2352690 w 5694343"/>
              <a:gd name="connsiteY3" fmla="*/ 230427 h 2568972"/>
              <a:gd name="connsiteX4" fmla="*/ 3164681 w 5694343"/>
              <a:gd name="connsiteY4" fmla="*/ 105500 h 2568972"/>
              <a:gd name="connsiteX5" fmla="*/ 4944813 w 5694343"/>
              <a:gd name="connsiteY5" fmla="*/ 886297 h 2568972"/>
              <a:gd name="connsiteX6" fmla="*/ 5694343 w 5694343"/>
              <a:gd name="connsiteY6" fmla="*/ 1281901 h 2568972"/>
              <a:gd name="connsiteX0" fmla="*/ 0 w 5694343"/>
              <a:gd name="connsiteY0" fmla="*/ 2578014 h 2584578"/>
              <a:gd name="connsiteX1" fmla="*/ 603788 w 5694343"/>
              <a:gd name="connsiteY1" fmla="*/ 2525961 h 2584578"/>
              <a:gd name="connsiteX2" fmla="*/ 926502 w 5694343"/>
              <a:gd name="connsiteY2" fmla="*/ 2151179 h 2584578"/>
              <a:gd name="connsiteX3" fmla="*/ 2352690 w 5694343"/>
              <a:gd name="connsiteY3" fmla="*/ 246033 h 2584578"/>
              <a:gd name="connsiteX4" fmla="*/ 3164681 w 5694343"/>
              <a:gd name="connsiteY4" fmla="*/ 121106 h 2584578"/>
              <a:gd name="connsiteX5" fmla="*/ 4944813 w 5694343"/>
              <a:gd name="connsiteY5" fmla="*/ 901903 h 2584578"/>
              <a:gd name="connsiteX6" fmla="*/ 5694343 w 5694343"/>
              <a:gd name="connsiteY6" fmla="*/ 1297507 h 2584578"/>
              <a:gd name="connsiteX0" fmla="*/ 0 w 5694343"/>
              <a:gd name="connsiteY0" fmla="*/ 2505055 h 2511619"/>
              <a:gd name="connsiteX1" fmla="*/ 603788 w 5694343"/>
              <a:gd name="connsiteY1" fmla="*/ 2453002 h 2511619"/>
              <a:gd name="connsiteX2" fmla="*/ 926502 w 5694343"/>
              <a:gd name="connsiteY2" fmla="*/ 2078220 h 2511619"/>
              <a:gd name="connsiteX3" fmla="*/ 2352690 w 5694343"/>
              <a:gd name="connsiteY3" fmla="*/ 173074 h 2511619"/>
              <a:gd name="connsiteX4" fmla="*/ 3424934 w 5694343"/>
              <a:gd name="connsiteY4" fmla="*/ 162664 h 2511619"/>
              <a:gd name="connsiteX5" fmla="*/ 4944813 w 5694343"/>
              <a:gd name="connsiteY5" fmla="*/ 828944 h 2511619"/>
              <a:gd name="connsiteX6" fmla="*/ 5694343 w 5694343"/>
              <a:gd name="connsiteY6" fmla="*/ 1224548 h 2511619"/>
              <a:gd name="connsiteX0" fmla="*/ 0 w 5694343"/>
              <a:gd name="connsiteY0" fmla="*/ 2534188 h 2540752"/>
              <a:gd name="connsiteX1" fmla="*/ 603788 w 5694343"/>
              <a:gd name="connsiteY1" fmla="*/ 2482135 h 2540752"/>
              <a:gd name="connsiteX2" fmla="*/ 926502 w 5694343"/>
              <a:gd name="connsiteY2" fmla="*/ 2107353 h 2540752"/>
              <a:gd name="connsiteX3" fmla="*/ 2352690 w 5694343"/>
              <a:gd name="connsiteY3" fmla="*/ 202207 h 2540752"/>
              <a:gd name="connsiteX4" fmla="*/ 3331243 w 5694343"/>
              <a:gd name="connsiteY4" fmla="*/ 129333 h 2540752"/>
              <a:gd name="connsiteX5" fmla="*/ 4944813 w 5694343"/>
              <a:gd name="connsiteY5" fmla="*/ 858077 h 2540752"/>
              <a:gd name="connsiteX6" fmla="*/ 5694343 w 5694343"/>
              <a:gd name="connsiteY6" fmla="*/ 1253681 h 2540752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55469 h 2542540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97112 h 2542540"/>
              <a:gd name="connsiteX0" fmla="*/ 0 w 5694343"/>
              <a:gd name="connsiteY0" fmla="*/ 2539594 h 2546158"/>
              <a:gd name="connsiteX1" fmla="*/ 603788 w 5694343"/>
              <a:gd name="connsiteY1" fmla="*/ 2487541 h 2546158"/>
              <a:gd name="connsiteX2" fmla="*/ 926502 w 5694343"/>
              <a:gd name="connsiteY2" fmla="*/ 2112759 h 2546158"/>
              <a:gd name="connsiteX3" fmla="*/ 2352690 w 5694343"/>
              <a:gd name="connsiteY3" fmla="*/ 207613 h 2546158"/>
              <a:gd name="connsiteX4" fmla="*/ 3331243 w 5694343"/>
              <a:gd name="connsiteY4" fmla="*/ 134739 h 2546158"/>
              <a:gd name="connsiteX5" fmla="*/ 5205067 w 5694343"/>
              <a:gd name="connsiteY5" fmla="*/ 957179 h 2546158"/>
              <a:gd name="connsiteX6" fmla="*/ 5694343 w 5694343"/>
              <a:gd name="connsiteY6" fmla="*/ 1300730 h 2546158"/>
              <a:gd name="connsiteX0" fmla="*/ 0 w 5694343"/>
              <a:gd name="connsiteY0" fmla="*/ 2556822 h 2563386"/>
              <a:gd name="connsiteX1" fmla="*/ 603788 w 5694343"/>
              <a:gd name="connsiteY1" fmla="*/ 2504769 h 2563386"/>
              <a:gd name="connsiteX2" fmla="*/ 926502 w 5694343"/>
              <a:gd name="connsiteY2" fmla="*/ 2129987 h 2563386"/>
              <a:gd name="connsiteX3" fmla="*/ 2352690 w 5694343"/>
              <a:gd name="connsiteY3" fmla="*/ 224841 h 2563386"/>
              <a:gd name="connsiteX4" fmla="*/ 3258373 w 5694343"/>
              <a:gd name="connsiteY4" fmla="*/ 120091 h 2563386"/>
              <a:gd name="connsiteX5" fmla="*/ 5205067 w 5694343"/>
              <a:gd name="connsiteY5" fmla="*/ 974407 h 2563386"/>
              <a:gd name="connsiteX6" fmla="*/ 5694343 w 5694343"/>
              <a:gd name="connsiteY6" fmla="*/ 1317958 h 2563386"/>
              <a:gd name="connsiteX0" fmla="*/ 0 w 5694343"/>
              <a:gd name="connsiteY0" fmla="*/ 2505439 h 2512003"/>
              <a:gd name="connsiteX1" fmla="*/ 603788 w 5694343"/>
              <a:gd name="connsiteY1" fmla="*/ 2453386 h 2512003"/>
              <a:gd name="connsiteX2" fmla="*/ 926502 w 5694343"/>
              <a:gd name="connsiteY2" fmla="*/ 2078604 h 2512003"/>
              <a:gd name="connsiteX3" fmla="*/ 2248589 w 5694343"/>
              <a:gd name="connsiteY3" fmla="*/ 279712 h 2512003"/>
              <a:gd name="connsiteX4" fmla="*/ 3258373 w 5694343"/>
              <a:gd name="connsiteY4" fmla="*/ 68708 h 2512003"/>
              <a:gd name="connsiteX5" fmla="*/ 5205067 w 5694343"/>
              <a:gd name="connsiteY5" fmla="*/ 923024 h 2512003"/>
              <a:gd name="connsiteX6" fmla="*/ 5694343 w 5694343"/>
              <a:gd name="connsiteY6" fmla="*/ 1266575 h 2512003"/>
              <a:gd name="connsiteX0" fmla="*/ 0 w 5694343"/>
              <a:gd name="connsiteY0" fmla="*/ 2517653 h 2524217"/>
              <a:gd name="connsiteX1" fmla="*/ 603788 w 5694343"/>
              <a:gd name="connsiteY1" fmla="*/ 2465600 h 2524217"/>
              <a:gd name="connsiteX2" fmla="*/ 926502 w 5694343"/>
              <a:gd name="connsiteY2" fmla="*/ 2090818 h 2524217"/>
              <a:gd name="connsiteX3" fmla="*/ 2248589 w 5694343"/>
              <a:gd name="connsiteY3" fmla="*/ 291926 h 2524217"/>
              <a:gd name="connsiteX4" fmla="*/ 3258373 w 5694343"/>
              <a:gd name="connsiteY4" fmla="*/ 80922 h 2524217"/>
              <a:gd name="connsiteX5" fmla="*/ 5205067 w 5694343"/>
              <a:gd name="connsiteY5" fmla="*/ 935238 h 2524217"/>
              <a:gd name="connsiteX6" fmla="*/ 5694343 w 5694343"/>
              <a:gd name="connsiteY6" fmla="*/ 1278789 h 2524217"/>
              <a:gd name="connsiteX0" fmla="*/ 0 w 5694343"/>
              <a:gd name="connsiteY0" fmla="*/ 2520671 h 2527235"/>
              <a:gd name="connsiteX1" fmla="*/ 603788 w 5694343"/>
              <a:gd name="connsiteY1" fmla="*/ 2468618 h 2527235"/>
              <a:gd name="connsiteX2" fmla="*/ 926502 w 5694343"/>
              <a:gd name="connsiteY2" fmla="*/ 2093836 h 2527235"/>
              <a:gd name="connsiteX3" fmla="*/ 2248589 w 5694343"/>
              <a:gd name="connsiteY3" fmla="*/ 294944 h 2527235"/>
              <a:gd name="connsiteX4" fmla="*/ 3258373 w 5694343"/>
              <a:gd name="connsiteY4" fmla="*/ 83940 h 2527235"/>
              <a:gd name="connsiteX5" fmla="*/ 5194656 w 5694343"/>
              <a:gd name="connsiteY5" fmla="*/ 980758 h 2527235"/>
              <a:gd name="connsiteX6" fmla="*/ 5694343 w 5694343"/>
              <a:gd name="connsiteY6" fmla="*/ 1281807 h 2527235"/>
              <a:gd name="connsiteX0" fmla="*/ 0 w 5694343"/>
              <a:gd name="connsiteY0" fmla="*/ 2486255 h 2492819"/>
              <a:gd name="connsiteX1" fmla="*/ 603788 w 5694343"/>
              <a:gd name="connsiteY1" fmla="*/ 2434202 h 2492819"/>
              <a:gd name="connsiteX2" fmla="*/ 926502 w 5694343"/>
              <a:gd name="connsiteY2" fmla="*/ 2059420 h 2492819"/>
              <a:gd name="connsiteX3" fmla="*/ 2248589 w 5694343"/>
              <a:gd name="connsiteY3" fmla="*/ 260528 h 2492819"/>
              <a:gd name="connsiteX4" fmla="*/ 3258373 w 5694343"/>
              <a:gd name="connsiteY4" fmla="*/ 81400 h 2492819"/>
              <a:gd name="connsiteX5" fmla="*/ 5194656 w 5694343"/>
              <a:gd name="connsiteY5" fmla="*/ 946342 h 2492819"/>
              <a:gd name="connsiteX6" fmla="*/ 5694343 w 5694343"/>
              <a:gd name="connsiteY6" fmla="*/ 1247391 h 2492819"/>
              <a:gd name="connsiteX0" fmla="*/ 0 w 5694343"/>
              <a:gd name="connsiteY0" fmla="*/ 2548617 h 2555181"/>
              <a:gd name="connsiteX1" fmla="*/ 603788 w 5694343"/>
              <a:gd name="connsiteY1" fmla="*/ 2496564 h 2555181"/>
              <a:gd name="connsiteX2" fmla="*/ 926502 w 5694343"/>
              <a:gd name="connsiteY2" fmla="*/ 2121782 h 2555181"/>
              <a:gd name="connsiteX3" fmla="*/ 2248589 w 5694343"/>
              <a:gd name="connsiteY3" fmla="*/ 322890 h 2555181"/>
              <a:gd name="connsiteX4" fmla="*/ 3123041 w 5694343"/>
              <a:gd name="connsiteY4" fmla="*/ 58759 h 2555181"/>
              <a:gd name="connsiteX5" fmla="*/ 5194656 w 5694343"/>
              <a:gd name="connsiteY5" fmla="*/ 1008704 h 2555181"/>
              <a:gd name="connsiteX6" fmla="*/ 5694343 w 5694343"/>
              <a:gd name="connsiteY6" fmla="*/ 1309753 h 2555181"/>
              <a:gd name="connsiteX0" fmla="*/ 0 w 5694343"/>
              <a:gd name="connsiteY0" fmla="*/ 2567501 h 2574065"/>
              <a:gd name="connsiteX1" fmla="*/ 603788 w 5694343"/>
              <a:gd name="connsiteY1" fmla="*/ 2515448 h 2574065"/>
              <a:gd name="connsiteX2" fmla="*/ 926502 w 5694343"/>
              <a:gd name="connsiteY2" fmla="*/ 2140666 h 2574065"/>
              <a:gd name="connsiteX3" fmla="*/ 2248589 w 5694343"/>
              <a:gd name="connsiteY3" fmla="*/ 341774 h 2574065"/>
              <a:gd name="connsiteX4" fmla="*/ 3123041 w 5694343"/>
              <a:gd name="connsiteY4" fmla="*/ 77643 h 2574065"/>
              <a:gd name="connsiteX5" fmla="*/ 5194656 w 5694343"/>
              <a:gd name="connsiteY5" fmla="*/ 1027588 h 2574065"/>
              <a:gd name="connsiteX6" fmla="*/ 5694343 w 5694343"/>
              <a:gd name="connsiteY6" fmla="*/ 1328637 h 2574065"/>
              <a:gd name="connsiteX0" fmla="*/ 0 w 5694343"/>
              <a:gd name="connsiteY0" fmla="*/ 2539176 h 2545740"/>
              <a:gd name="connsiteX1" fmla="*/ 603788 w 5694343"/>
              <a:gd name="connsiteY1" fmla="*/ 2487123 h 2545740"/>
              <a:gd name="connsiteX2" fmla="*/ 926502 w 5694343"/>
              <a:gd name="connsiteY2" fmla="*/ 2112341 h 2545740"/>
              <a:gd name="connsiteX3" fmla="*/ 2248589 w 5694343"/>
              <a:gd name="connsiteY3" fmla="*/ 313449 h 2545740"/>
              <a:gd name="connsiteX4" fmla="*/ 3123041 w 5694343"/>
              <a:gd name="connsiteY4" fmla="*/ 49318 h 2545740"/>
              <a:gd name="connsiteX5" fmla="*/ 5194656 w 5694343"/>
              <a:gd name="connsiteY5" fmla="*/ 999263 h 2545740"/>
              <a:gd name="connsiteX6" fmla="*/ 5694343 w 5694343"/>
              <a:gd name="connsiteY6" fmla="*/ 1300312 h 2545740"/>
              <a:gd name="connsiteX0" fmla="*/ 0 w 5694343"/>
              <a:gd name="connsiteY0" fmla="*/ 2562780 h 2569344"/>
              <a:gd name="connsiteX1" fmla="*/ 603788 w 5694343"/>
              <a:gd name="connsiteY1" fmla="*/ 2510727 h 2569344"/>
              <a:gd name="connsiteX2" fmla="*/ 926502 w 5694343"/>
              <a:gd name="connsiteY2" fmla="*/ 2135945 h 2569344"/>
              <a:gd name="connsiteX3" fmla="*/ 2248589 w 5694343"/>
              <a:gd name="connsiteY3" fmla="*/ 337053 h 2569344"/>
              <a:gd name="connsiteX4" fmla="*/ 3123041 w 5694343"/>
              <a:gd name="connsiteY4" fmla="*/ 72922 h 2569344"/>
              <a:gd name="connsiteX5" fmla="*/ 5194656 w 5694343"/>
              <a:gd name="connsiteY5" fmla="*/ 1022867 h 2569344"/>
              <a:gd name="connsiteX6" fmla="*/ 5694343 w 5694343"/>
              <a:gd name="connsiteY6" fmla="*/ 1323916 h 256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4343" h="2569344">
                <a:moveTo>
                  <a:pt x="0" y="2562780"/>
                </a:moveTo>
                <a:cubicBezTo>
                  <a:pt x="224685" y="2572323"/>
                  <a:pt x="449371" y="2581866"/>
                  <a:pt x="603788" y="2510727"/>
                </a:cubicBezTo>
                <a:cubicBezTo>
                  <a:pt x="758205" y="2439588"/>
                  <a:pt x="652368" y="2498224"/>
                  <a:pt x="926502" y="2135945"/>
                </a:cubicBezTo>
                <a:cubicBezTo>
                  <a:pt x="1200636" y="1773666"/>
                  <a:pt x="1882499" y="680890"/>
                  <a:pt x="2248589" y="337053"/>
                </a:cubicBezTo>
                <a:cubicBezTo>
                  <a:pt x="2614679" y="-6784"/>
                  <a:pt x="2621620" y="-73256"/>
                  <a:pt x="3123041" y="72922"/>
                </a:cubicBezTo>
                <a:cubicBezTo>
                  <a:pt x="3624462" y="219100"/>
                  <a:pt x="4766106" y="814368"/>
                  <a:pt x="5194656" y="1022867"/>
                </a:cubicBezTo>
                <a:cubicBezTo>
                  <a:pt x="5623206" y="1231366"/>
                  <a:pt x="5545131" y="1230220"/>
                  <a:pt x="5694343" y="1323916"/>
                </a:cubicBezTo>
              </a:path>
            </a:pathLst>
          </a:custGeom>
          <a:ln w="38100">
            <a:solidFill>
              <a:schemeClr val="accent1"/>
            </a:solidFill>
            <a:tailEnd type="stealth" w="lg" len="lg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Local Load Balance Schemes</a:t>
            </a:r>
            <a:endParaRPr lang="en-US" dirty="0"/>
          </a:p>
        </p:txBody>
      </p:sp>
      <p:sp>
        <p:nvSpPr>
          <p:cNvPr id="145" name="TextBox 144"/>
          <p:cNvSpPr txBox="1"/>
          <p:nvPr/>
        </p:nvSpPr>
        <p:spPr>
          <a:xfrm>
            <a:off x="194039" y="2496516"/>
            <a:ext cx="1196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BD0A12"/>
                </a:solidFill>
              </a:rPr>
              <a:t>10 flows</a:t>
            </a:r>
            <a:endParaRPr lang="en-US" sz="2400" b="1" dirty="0">
              <a:solidFill>
                <a:srgbClr val="BD0A12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7008" y="5479010"/>
            <a:ext cx="1196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33CC"/>
                </a:solidFill>
              </a:rPr>
              <a:t>20 flows</a:t>
            </a:r>
            <a:endParaRPr lang="en-US" sz="2400" b="1" dirty="0" smtClean="0">
              <a:solidFill>
                <a:srgbClr val="0033CC"/>
              </a:solidFill>
            </a:endParaRPr>
          </a:p>
        </p:txBody>
      </p:sp>
      <p:sp>
        <p:nvSpPr>
          <p:cNvPr id="147" name="Content Placeholder 2"/>
          <p:cNvSpPr>
            <a:spLocks noGrp="1"/>
          </p:cNvSpPr>
          <p:nvPr>
            <p:ph idx="1"/>
          </p:nvPr>
        </p:nvSpPr>
        <p:spPr>
          <a:xfrm>
            <a:off x="275770" y="1563807"/>
            <a:ext cx="8534400" cy="7751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Schemes using local knowledge are sub optimal</a:t>
            </a:r>
            <a:endParaRPr lang="en-US" sz="2400" dirty="0" smtClean="0"/>
          </a:p>
        </p:txBody>
      </p:sp>
      <p:sp>
        <p:nvSpPr>
          <p:cNvPr id="148" name="TextBox 147"/>
          <p:cNvSpPr txBox="1"/>
          <p:nvPr/>
        </p:nvSpPr>
        <p:spPr>
          <a:xfrm>
            <a:off x="5393614" y="355454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33CC"/>
                </a:solidFill>
              </a:rPr>
              <a:t>2</a:t>
            </a:r>
            <a:r>
              <a:rPr lang="en-US" sz="2400" b="1" dirty="0" smtClean="0">
                <a:solidFill>
                  <a:srgbClr val="0033CC"/>
                </a:solidFill>
              </a:rPr>
              <a:t>0</a:t>
            </a:r>
            <a:endParaRPr lang="en-US" sz="2400" b="1" dirty="0">
              <a:solidFill>
                <a:srgbClr val="0033CC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 rot="2388633">
            <a:off x="5402826" y="4029030"/>
            <a:ext cx="216746" cy="412496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015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50"/>
    </mc:Choice>
    <mc:Fallback xmlns="">
      <p:transition xmlns:p14="http://schemas.microsoft.com/office/powerpoint/2010/main" spd="slow" advTm="166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8" grpId="0" animBg="1"/>
      <p:bldP spid="299" grpId="0"/>
      <p:bldP spid="302" grpId="0"/>
      <p:bldP spid="685" grpId="0" animBg="1"/>
      <p:bldP spid="148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743200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What about 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Global-Aware </a:t>
            </a:r>
            <a:r>
              <a:rPr lang="en-US" dirty="0"/>
              <a:t>Scheme?</a:t>
            </a:r>
          </a:p>
        </p:txBody>
      </p:sp>
    </p:spTree>
    <p:extLst>
      <p:ext uri="{BB962C8B-B14F-4D97-AF65-F5344CB8AC3E}">
        <p14:creationId xmlns:p14="http://schemas.microsoft.com/office/powerpoint/2010/main" val="136756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roup 514"/>
          <p:cNvGrpSpPr/>
          <p:nvPr/>
        </p:nvGrpSpPr>
        <p:grpSpPr>
          <a:xfrm>
            <a:off x="1132320" y="2369820"/>
            <a:ext cx="5801880" cy="4259580"/>
            <a:chOff x="1132320" y="2369820"/>
            <a:chExt cx="5801880" cy="4259580"/>
          </a:xfrm>
        </p:grpSpPr>
        <p:grpSp>
          <p:nvGrpSpPr>
            <p:cNvPr id="516" name="Group 515"/>
            <p:cNvGrpSpPr/>
            <p:nvPr/>
          </p:nvGrpSpPr>
          <p:grpSpPr>
            <a:xfrm>
              <a:off x="4363525" y="3684397"/>
              <a:ext cx="2570675" cy="1693032"/>
              <a:chOff x="4744526" y="3500765"/>
              <a:chExt cx="2570675" cy="1693032"/>
            </a:xfrm>
          </p:grpSpPr>
          <p:cxnSp>
            <p:nvCxnSpPr>
              <p:cNvPr id="647" name="Straight Arrow Connector 646"/>
              <p:cNvCxnSpPr>
                <a:stCxn id="652" idx="0"/>
              </p:cNvCxnSpPr>
              <p:nvPr/>
            </p:nvCxnSpPr>
            <p:spPr>
              <a:xfrm rot="16200000" flipH="1" flipV="1">
                <a:off x="5235430" y="3876080"/>
                <a:ext cx="844654" cy="1790780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8" name="Group 647"/>
              <p:cNvGrpSpPr/>
              <p:nvPr/>
            </p:nvGrpSpPr>
            <p:grpSpPr>
              <a:xfrm rot="16200000" flipH="1">
                <a:off x="6467372" y="3972296"/>
                <a:ext cx="933603" cy="762054"/>
                <a:chOff x="4148916" y="5105346"/>
                <a:chExt cx="933603" cy="762054"/>
              </a:xfrm>
            </p:grpSpPr>
            <p:grpSp>
              <p:nvGrpSpPr>
                <p:cNvPr id="650" name="Group 649"/>
                <p:cNvGrpSpPr/>
                <p:nvPr/>
              </p:nvGrpSpPr>
              <p:grpSpPr>
                <a:xfrm>
                  <a:off x="4148916" y="5341482"/>
                  <a:ext cx="933603" cy="525918"/>
                  <a:chOff x="457200" y="4457617"/>
                  <a:chExt cx="1085821" cy="427364"/>
                </a:xfrm>
              </p:grpSpPr>
              <p:cxnSp>
                <p:nvCxnSpPr>
                  <p:cNvPr id="673" name="Straight Connector 672"/>
                  <p:cNvCxnSpPr/>
                  <p:nvPr/>
                </p:nvCxnSpPr>
                <p:spPr>
                  <a:xfrm flipV="1">
                    <a:off x="457200" y="4457617"/>
                    <a:ext cx="5300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4" name="Straight Connector 673"/>
                  <p:cNvCxnSpPr/>
                  <p:nvPr/>
                </p:nvCxnSpPr>
                <p:spPr>
                  <a:xfrm flipV="1">
                    <a:off x="609600" y="4457617"/>
                    <a:ext cx="3776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5" name="Straight Connector 674"/>
                  <p:cNvCxnSpPr/>
                  <p:nvPr/>
                </p:nvCxnSpPr>
                <p:spPr>
                  <a:xfrm flipV="1">
                    <a:off x="762000" y="4457617"/>
                    <a:ext cx="2252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6" name="Straight Connector 675"/>
                  <p:cNvCxnSpPr/>
                  <p:nvPr/>
                </p:nvCxnSpPr>
                <p:spPr>
                  <a:xfrm flipV="1">
                    <a:off x="914400" y="4457617"/>
                    <a:ext cx="728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77" name="Group 676"/>
                  <p:cNvGrpSpPr/>
                  <p:nvPr/>
                </p:nvGrpSpPr>
                <p:grpSpPr>
                  <a:xfrm flipH="1">
                    <a:off x="1012996" y="4465798"/>
                    <a:ext cx="530025" cy="419183"/>
                    <a:chOff x="609600" y="4610017"/>
                    <a:chExt cx="530025" cy="419183"/>
                  </a:xfrm>
                </p:grpSpPr>
                <p:cxnSp>
                  <p:nvCxnSpPr>
                    <p:cNvPr id="678" name="Straight Connector 677"/>
                    <p:cNvCxnSpPr/>
                    <p:nvPr/>
                  </p:nvCxnSpPr>
                  <p:spPr>
                    <a:xfrm flipV="1">
                      <a:off x="609600" y="4610017"/>
                      <a:ext cx="5300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9" name="Straight Connector 678"/>
                    <p:cNvCxnSpPr/>
                    <p:nvPr/>
                  </p:nvCxnSpPr>
                  <p:spPr>
                    <a:xfrm flipV="1">
                      <a:off x="762000" y="4610017"/>
                      <a:ext cx="3776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0" name="Straight Connector 679"/>
                    <p:cNvCxnSpPr/>
                    <p:nvPr/>
                  </p:nvCxnSpPr>
                  <p:spPr>
                    <a:xfrm flipV="1">
                      <a:off x="914400" y="4610017"/>
                      <a:ext cx="2252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1" name="Straight Connector 680"/>
                    <p:cNvCxnSpPr/>
                    <p:nvPr/>
                  </p:nvCxnSpPr>
                  <p:spPr>
                    <a:xfrm flipV="1">
                      <a:off x="1066800" y="4610017"/>
                      <a:ext cx="728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651" name="Group 650"/>
                <p:cNvGrpSpPr/>
                <p:nvPr/>
              </p:nvGrpSpPr>
              <p:grpSpPr>
                <a:xfrm>
                  <a:off x="4191000" y="5105346"/>
                  <a:ext cx="841076" cy="254393"/>
                  <a:chOff x="5220661" y="3675707"/>
                  <a:chExt cx="978209" cy="243008"/>
                </a:xfrm>
              </p:grpSpPr>
              <p:sp>
                <p:nvSpPr>
                  <p:cNvPr id="652" name="Rectangle 651"/>
                  <p:cNvSpPr/>
                  <p:nvPr/>
                </p:nvSpPr>
                <p:spPr>
                  <a:xfrm>
                    <a:off x="5220661" y="3675707"/>
                    <a:ext cx="978209" cy="243008"/>
                  </a:xfrm>
                  <a:prstGeom prst="rect">
                    <a:avLst/>
                  </a:prstGeom>
                  <a:ln>
                    <a:solidFill>
                      <a:schemeClr val="tx2"/>
                    </a:solidFill>
                  </a:ln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65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5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6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7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7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7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805702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cxnSp>
            <p:nvCxnSpPr>
              <p:cNvPr id="649" name="Straight Arrow Connector 648"/>
              <p:cNvCxnSpPr>
                <a:stCxn id="652" idx="0"/>
              </p:cNvCxnSpPr>
              <p:nvPr/>
            </p:nvCxnSpPr>
            <p:spPr>
              <a:xfrm flipH="1" flipV="1">
                <a:off x="4744526" y="3500765"/>
                <a:ext cx="1808620" cy="848379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7" name="Group 516"/>
            <p:cNvGrpSpPr/>
            <p:nvPr/>
          </p:nvGrpSpPr>
          <p:grpSpPr>
            <a:xfrm>
              <a:off x="1132320" y="2369820"/>
              <a:ext cx="2566645" cy="4259580"/>
              <a:chOff x="1894320" y="2369820"/>
              <a:chExt cx="2566645" cy="4259580"/>
            </a:xfrm>
          </p:grpSpPr>
          <p:cxnSp>
            <p:nvCxnSpPr>
              <p:cNvPr id="534" name="Straight Arrow Connector 533"/>
              <p:cNvCxnSpPr>
                <a:stCxn id="541" idx="0"/>
                <a:endCxn id="526" idx="3"/>
              </p:cNvCxnSpPr>
              <p:nvPr/>
            </p:nvCxnSpPr>
            <p:spPr>
              <a:xfrm flipV="1">
                <a:off x="2652958" y="3682067"/>
                <a:ext cx="1808007" cy="2487411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Straight Arrow Connector 534"/>
              <p:cNvCxnSpPr>
                <a:stCxn id="573" idx="0"/>
                <a:endCxn id="526" idx="3"/>
              </p:cNvCxnSpPr>
              <p:nvPr/>
            </p:nvCxnSpPr>
            <p:spPr>
              <a:xfrm>
                <a:off x="2665264" y="2841897"/>
                <a:ext cx="1795701" cy="840170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Straight Arrow Connector 535"/>
              <p:cNvCxnSpPr>
                <a:stCxn id="541" idx="0"/>
                <a:endCxn id="531" idx="2"/>
              </p:cNvCxnSpPr>
              <p:nvPr/>
            </p:nvCxnSpPr>
            <p:spPr>
              <a:xfrm flipV="1">
                <a:off x="2652958" y="5378828"/>
                <a:ext cx="1794197" cy="790650"/>
              </a:xfrm>
              <a:prstGeom prst="straightConnector1">
                <a:avLst/>
              </a:prstGeom>
              <a:ln w="19050">
                <a:solidFill>
                  <a:schemeClr val="bg2">
                    <a:lumMod val="25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7" name="Group 536"/>
              <p:cNvGrpSpPr/>
              <p:nvPr/>
            </p:nvGrpSpPr>
            <p:grpSpPr>
              <a:xfrm rot="5400000">
                <a:off x="1813340" y="2451500"/>
                <a:ext cx="933603" cy="770243"/>
                <a:chOff x="2286000" y="5096457"/>
                <a:chExt cx="933603" cy="770243"/>
              </a:xfrm>
            </p:grpSpPr>
            <p:grpSp>
              <p:nvGrpSpPr>
                <p:cNvPr id="571" name="Group 570"/>
                <p:cNvGrpSpPr/>
                <p:nvPr/>
              </p:nvGrpSpPr>
              <p:grpSpPr>
                <a:xfrm>
                  <a:off x="2286000" y="5340782"/>
                  <a:ext cx="933603" cy="525918"/>
                  <a:chOff x="457200" y="4457617"/>
                  <a:chExt cx="1085821" cy="427364"/>
                </a:xfrm>
              </p:grpSpPr>
              <p:cxnSp>
                <p:nvCxnSpPr>
                  <p:cNvPr id="638" name="Straight Connector 637"/>
                  <p:cNvCxnSpPr/>
                  <p:nvPr/>
                </p:nvCxnSpPr>
                <p:spPr>
                  <a:xfrm flipV="1">
                    <a:off x="457200" y="4457617"/>
                    <a:ext cx="5300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9" name="Straight Connector 638"/>
                  <p:cNvCxnSpPr/>
                  <p:nvPr/>
                </p:nvCxnSpPr>
                <p:spPr>
                  <a:xfrm flipV="1">
                    <a:off x="609600" y="4457617"/>
                    <a:ext cx="3776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0" name="Straight Connector 639"/>
                  <p:cNvCxnSpPr/>
                  <p:nvPr/>
                </p:nvCxnSpPr>
                <p:spPr>
                  <a:xfrm flipV="1">
                    <a:off x="762000" y="4457617"/>
                    <a:ext cx="2252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1" name="Straight Connector 640"/>
                  <p:cNvCxnSpPr/>
                  <p:nvPr/>
                </p:nvCxnSpPr>
                <p:spPr>
                  <a:xfrm flipV="1">
                    <a:off x="914400" y="4457617"/>
                    <a:ext cx="728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42" name="Group 641"/>
                  <p:cNvGrpSpPr/>
                  <p:nvPr/>
                </p:nvGrpSpPr>
                <p:grpSpPr>
                  <a:xfrm flipH="1">
                    <a:off x="1012996" y="4465798"/>
                    <a:ext cx="530025" cy="419183"/>
                    <a:chOff x="609600" y="4610017"/>
                    <a:chExt cx="530025" cy="419183"/>
                  </a:xfrm>
                </p:grpSpPr>
                <p:cxnSp>
                  <p:nvCxnSpPr>
                    <p:cNvPr id="643" name="Straight Connector 642"/>
                    <p:cNvCxnSpPr/>
                    <p:nvPr/>
                  </p:nvCxnSpPr>
                  <p:spPr>
                    <a:xfrm flipV="1">
                      <a:off x="609600" y="4610017"/>
                      <a:ext cx="5300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4" name="Straight Connector 643"/>
                    <p:cNvCxnSpPr/>
                    <p:nvPr/>
                  </p:nvCxnSpPr>
                  <p:spPr>
                    <a:xfrm flipV="1">
                      <a:off x="762000" y="4610017"/>
                      <a:ext cx="3776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5" name="Straight Connector 644"/>
                    <p:cNvCxnSpPr/>
                    <p:nvPr/>
                  </p:nvCxnSpPr>
                  <p:spPr>
                    <a:xfrm flipV="1">
                      <a:off x="914400" y="4610017"/>
                      <a:ext cx="2252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6" name="Straight Connector 645"/>
                    <p:cNvCxnSpPr/>
                    <p:nvPr/>
                  </p:nvCxnSpPr>
                  <p:spPr>
                    <a:xfrm flipV="1">
                      <a:off x="1066800" y="4610017"/>
                      <a:ext cx="728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72" name="Group 571"/>
                <p:cNvGrpSpPr/>
                <p:nvPr/>
              </p:nvGrpSpPr>
              <p:grpSpPr>
                <a:xfrm>
                  <a:off x="2337538" y="5096457"/>
                  <a:ext cx="841076" cy="254393"/>
                  <a:chOff x="5220661" y="3675707"/>
                  <a:chExt cx="978209" cy="243008"/>
                </a:xfrm>
              </p:grpSpPr>
              <p:sp>
                <p:nvSpPr>
                  <p:cNvPr id="573" name="Rectangle 572"/>
                  <p:cNvSpPr/>
                  <p:nvPr/>
                </p:nvSpPr>
                <p:spPr>
                  <a:xfrm>
                    <a:off x="5220661" y="3675707"/>
                    <a:ext cx="978209" cy="243008"/>
                  </a:xfrm>
                  <a:prstGeom prst="rect">
                    <a:avLst/>
                  </a:prstGeom>
                  <a:ln>
                    <a:solidFill>
                      <a:schemeClr val="tx2"/>
                    </a:solidFill>
                  </a:ln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57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8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2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3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805702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538" name="Group 537"/>
              <p:cNvGrpSpPr/>
              <p:nvPr/>
            </p:nvGrpSpPr>
            <p:grpSpPr>
              <a:xfrm rot="5400000">
                <a:off x="1806837" y="5783280"/>
                <a:ext cx="933603" cy="758637"/>
                <a:chOff x="6018906" y="5096457"/>
                <a:chExt cx="933603" cy="758637"/>
              </a:xfrm>
            </p:grpSpPr>
            <p:grpSp>
              <p:nvGrpSpPr>
                <p:cNvPr id="539" name="Group 538"/>
                <p:cNvGrpSpPr/>
                <p:nvPr/>
              </p:nvGrpSpPr>
              <p:grpSpPr>
                <a:xfrm>
                  <a:off x="6018906" y="5329176"/>
                  <a:ext cx="933603" cy="525918"/>
                  <a:chOff x="457200" y="4457617"/>
                  <a:chExt cx="1085821" cy="427364"/>
                </a:xfrm>
              </p:grpSpPr>
              <p:cxnSp>
                <p:nvCxnSpPr>
                  <p:cNvPr id="562" name="Straight Connector 561"/>
                  <p:cNvCxnSpPr/>
                  <p:nvPr/>
                </p:nvCxnSpPr>
                <p:spPr>
                  <a:xfrm flipV="1">
                    <a:off x="457200" y="4457617"/>
                    <a:ext cx="5300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3" name="Straight Connector 562"/>
                  <p:cNvCxnSpPr/>
                  <p:nvPr/>
                </p:nvCxnSpPr>
                <p:spPr>
                  <a:xfrm flipV="1">
                    <a:off x="609600" y="4457617"/>
                    <a:ext cx="3776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4" name="Straight Connector 563"/>
                  <p:cNvCxnSpPr/>
                  <p:nvPr/>
                </p:nvCxnSpPr>
                <p:spPr>
                  <a:xfrm flipV="1">
                    <a:off x="762000" y="4457617"/>
                    <a:ext cx="2252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5" name="Straight Connector 564"/>
                  <p:cNvCxnSpPr/>
                  <p:nvPr/>
                </p:nvCxnSpPr>
                <p:spPr>
                  <a:xfrm flipV="1">
                    <a:off x="914400" y="4457617"/>
                    <a:ext cx="72825" cy="419183"/>
                  </a:xfrm>
                  <a:prstGeom prst="line">
                    <a:avLst/>
                  </a:prstGeom>
                  <a:ln w="19050"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66" name="Group 565"/>
                  <p:cNvGrpSpPr/>
                  <p:nvPr/>
                </p:nvGrpSpPr>
                <p:grpSpPr>
                  <a:xfrm flipH="1">
                    <a:off x="1012996" y="4465798"/>
                    <a:ext cx="530025" cy="419183"/>
                    <a:chOff x="609600" y="4610017"/>
                    <a:chExt cx="530025" cy="419183"/>
                  </a:xfrm>
                </p:grpSpPr>
                <p:cxnSp>
                  <p:nvCxnSpPr>
                    <p:cNvPr id="567" name="Straight Connector 566"/>
                    <p:cNvCxnSpPr/>
                    <p:nvPr/>
                  </p:nvCxnSpPr>
                  <p:spPr>
                    <a:xfrm flipV="1">
                      <a:off x="609600" y="4610017"/>
                      <a:ext cx="5300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8" name="Straight Connector 567"/>
                    <p:cNvCxnSpPr/>
                    <p:nvPr/>
                  </p:nvCxnSpPr>
                  <p:spPr>
                    <a:xfrm flipV="1">
                      <a:off x="762000" y="4610017"/>
                      <a:ext cx="3776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9" name="Straight Connector 568"/>
                    <p:cNvCxnSpPr/>
                    <p:nvPr/>
                  </p:nvCxnSpPr>
                  <p:spPr>
                    <a:xfrm flipV="1">
                      <a:off x="914400" y="4610017"/>
                      <a:ext cx="2252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0" name="Straight Connector 569"/>
                    <p:cNvCxnSpPr/>
                    <p:nvPr/>
                  </p:nvCxnSpPr>
                  <p:spPr>
                    <a:xfrm flipV="1">
                      <a:off x="1066800" y="4610017"/>
                      <a:ext cx="72825" cy="419183"/>
                    </a:xfrm>
                    <a:prstGeom prst="line">
                      <a:avLst/>
                    </a:prstGeom>
                    <a:ln w="19050"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40" name="Group 539"/>
                <p:cNvGrpSpPr/>
                <p:nvPr/>
              </p:nvGrpSpPr>
              <p:grpSpPr>
                <a:xfrm>
                  <a:off x="6072048" y="5096457"/>
                  <a:ext cx="841076" cy="254393"/>
                  <a:chOff x="5220661" y="3675707"/>
                  <a:chExt cx="978209" cy="243008"/>
                </a:xfrm>
              </p:grpSpPr>
              <p:sp>
                <p:nvSpPr>
                  <p:cNvPr id="541" name="Rectangle 540"/>
                  <p:cNvSpPr/>
                  <p:nvPr/>
                </p:nvSpPr>
                <p:spPr>
                  <a:xfrm>
                    <a:off x="5220661" y="3675707"/>
                    <a:ext cx="978209" cy="243008"/>
                  </a:xfrm>
                  <a:prstGeom prst="rect">
                    <a:avLst/>
                  </a:prstGeom>
                  <a:ln>
                    <a:solidFill>
                      <a:schemeClr val="tx2"/>
                    </a:solidFill>
                  </a:ln>
                </p:spPr>
                <p:style>
                  <a:lnRef idx="1">
                    <a:schemeClr val="dk1"/>
                  </a:lnRef>
                  <a:fillRef idx="2">
                    <a:schemeClr val="dk1"/>
                  </a:fillRef>
                  <a:effectRef idx="1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54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24733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339542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43175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523965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616121" y="3805705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2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716981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3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708333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4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5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00544" y="3805704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6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716980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7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892756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8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9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5986833" y="3805703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0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716979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61" name="Picture 8" descr="Ethernet Network Connector Rj-45 Lan Female Clip A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50000" r="19589"/>
                  <a:stretch/>
                </p:blipFill>
                <p:spPr bwMode="auto">
                  <a:xfrm>
                    <a:off x="6079045" y="3805702"/>
                    <a:ext cx="92211" cy="7257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grpSp>
          <p:nvGrpSpPr>
            <p:cNvPr id="518" name="Group 517"/>
            <p:cNvGrpSpPr/>
            <p:nvPr/>
          </p:nvGrpSpPr>
          <p:grpSpPr>
            <a:xfrm rot="5400000">
              <a:off x="3765479" y="4952466"/>
              <a:ext cx="541247" cy="709956"/>
              <a:chOff x="1027560" y="1988818"/>
              <a:chExt cx="545969" cy="678181"/>
            </a:xfrm>
          </p:grpSpPr>
          <p:sp>
            <p:nvSpPr>
              <p:cNvPr id="530" name="Cube 529"/>
              <p:cNvSpPr/>
              <p:nvPr/>
            </p:nvSpPr>
            <p:spPr>
              <a:xfrm flipH="1">
                <a:off x="1027560" y="1988818"/>
                <a:ext cx="545969" cy="678181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31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171574" y="2133601"/>
                <a:ext cx="401955" cy="5295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32" name="Rectangle 83"/>
              <p:cNvSpPr/>
              <p:nvPr/>
            </p:nvSpPr>
            <p:spPr>
              <a:xfrm>
                <a:off x="1028484" y="2005964"/>
                <a:ext cx="125948" cy="65341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948" h="653415">
                    <a:moveTo>
                      <a:pt x="1905" y="0"/>
                    </a:moveTo>
                    <a:lnTo>
                      <a:pt x="124043" y="121920"/>
                    </a:lnTo>
                    <a:lnTo>
                      <a:pt x="125948" y="653415"/>
                    </a:lnTo>
                    <a:lnTo>
                      <a:pt x="0" y="527685"/>
                    </a:lnTo>
                    <a:lnTo>
                      <a:pt x="190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Rectangle 83"/>
              <p:cNvSpPr/>
              <p:nvPr/>
            </p:nvSpPr>
            <p:spPr>
              <a:xfrm>
                <a:off x="1037545" y="1988820"/>
                <a:ext cx="520283" cy="12763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  <a:gd name="connsiteX0" fmla="*/ 1905 w 305018"/>
                  <a:gd name="connsiteY0" fmla="*/ 0 h 527685"/>
                  <a:gd name="connsiteX1" fmla="*/ 124043 w 305018"/>
                  <a:gd name="connsiteY1" fmla="*/ 121920 h 527685"/>
                  <a:gd name="connsiteX2" fmla="*/ 305018 w 305018"/>
                  <a:gd name="connsiteY2" fmla="*/ 358140 h 527685"/>
                  <a:gd name="connsiteX3" fmla="*/ 0 w 305018"/>
                  <a:gd name="connsiteY3" fmla="*/ 527685 h 527685"/>
                  <a:gd name="connsiteX4" fmla="*/ 1905 w 305018"/>
                  <a:gd name="connsiteY4" fmla="*/ 0 h 527685"/>
                  <a:gd name="connsiteX0" fmla="*/ 62865 w 365978"/>
                  <a:gd name="connsiteY0" fmla="*/ 0 h 360045"/>
                  <a:gd name="connsiteX1" fmla="*/ 185003 w 365978"/>
                  <a:gd name="connsiteY1" fmla="*/ 121920 h 360045"/>
                  <a:gd name="connsiteX2" fmla="*/ 365978 w 365978"/>
                  <a:gd name="connsiteY2" fmla="*/ 358140 h 360045"/>
                  <a:gd name="connsiteX3" fmla="*/ 0 w 365978"/>
                  <a:gd name="connsiteY3" fmla="*/ 360045 h 360045"/>
                  <a:gd name="connsiteX4" fmla="*/ 62865 w 365978"/>
                  <a:gd name="connsiteY4" fmla="*/ 0 h 360045"/>
                  <a:gd name="connsiteX0" fmla="*/ 0 w 489803"/>
                  <a:gd name="connsiteY0" fmla="*/ 123825 h 238125"/>
                  <a:gd name="connsiteX1" fmla="*/ 308828 w 489803"/>
                  <a:gd name="connsiteY1" fmla="*/ 0 h 238125"/>
                  <a:gd name="connsiteX2" fmla="*/ 489803 w 489803"/>
                  <a:gd name="connsiteY2" fmla="*/ 236220 h 238125"/>
                  <a:gd name="connsiteX3" fmla="*/ 123825 w 489803"/>
                  <a:gd name="connsiteY3" fmla="*/ 238125 h 238125"/>
                  <a:gd name="connsiteX4" fmla="*/ 0 w 489803"/>
                  <a:gd name="connsiteY4" fmla="*/ 123825 h 238125"/>
                  <a:gd name="connsiteX0" fmla="*/ 0 w 489803"/>
                  <a:gd name="connsiteY0" fmla="*/ 15240 h 129540"/>
                  <a:gd name="connsiteX1" fmla="*/ 331688 w 489803"/>
                  <a:gd name="connsiteY1" fmla="*/ 0 h 129540"/>
                  <a:gd name="connsiteX2" fmla="*/ 489803 w 489803"/>
                  <a:gd name="connsiteY2" fmla="*/ 127635 h 129540"/>
                  <a:gd name="connsiteX3" fmla="*/ 123825 w 489803"/>
                  <a:gd name="connsiteY3" fmla="*/ 129540 h 129540"/>
                  <a:gd name="connsiteX4" fmla="*/ 0 w 489803"/>
                  <a:gd name="connsiteY4" fmla="*/ 15240 h 129540"/>
                  <a:gd name="connsiteX0" fmla="*/ 0 w 489803"/>
                  <a:gd name="connsiteY0" fmla="*/ 1905 h 116205"/>
                  <a:gd name="connsiteX1" fmla="*/ 385028 w 489803"/>
                  <a:gd name="connsiteY1" fmla="*/ 0 h 116205"/>
                  <a:gd name="connsiteX2" fmla="*/ 489803 w 489803"/>
                  <a:gd name="connsiteY2" fmla="*/ 114300 h 116205"/>
                  <a:gd name="connsiteX3" fmla="*/ 123825 w 489803"/>
                  <a:gd name="connsiteY3" fmla="*/ 116205 h 116205"/>
                  <a:gd name="connsiteX4" fmla="*/ 0 w 489803"/>
                  <a:gd name="connsiteY4" fmla="*/ 1905 h 116205"/>
                  <a:gd name="connsiteX0" fmla="*/ 0 w 505043"/>
                  <a:gd name="connsiteY0" fmla="*/ 0 h 121920"/>
                  <a:gd name="connsiteX1" fmla="*/ 400268 w 505043"/>
                  <a:gd name="connsiteY1" fmla="*/ 5715 h 121920"/>
                  <a:gd name="connsiteX2" fmla="*/ 505043 w 505043"/>
                  <a:gd name="connsiteY2" fmla="*/ 120015 h 121920"/>
                  <a:gd name="connsiteX3" fmla="*/ 139065 w 505043"/>
                  <a:gd name="connsiteY3" fmla="*/ 121920 h 121920"/>
                  <a:gd name="connsiteX4" fmla="*/ 0 w 505043"/>
                  <a:gd name="connsiteY4" fmla="*/ 0 h 121920"/>
                  <a:gd name="connsiteX0" fmla="*/ 0 w 505043"/>
                  <a:gd name="connsiteY0" fmla="*/ 1905 h 123825"/>
                  <a:gd name="connsiteX1" fmla="*/ 404078 w 505043"/>
                  <a:gd name="connsiteY1" fmla="*/ 0 h 123825"/>
                  <a:gd name="connsiteX2" fmla="*/ 505043 w 505043"/>
                  <a:gd name="connsiteY2" fmla="*/ 121920 h 123825"/>
                  <a:gd name="connsiteX3" fmla="*/ 139065 w 505043"/>
                  <a:gd name="connsiteY3" fmla="*/ 123825 h 123825"/>
                  <a:gd name="connsiteX4" fmla="*/ 0 w 505043"/>
                  <a:gd name="connsiteY4" fmla="*/ 1905 h 123825"/>
                  <a:gd name="connsiteX0" fmla="*/ 0 w 514568"/>
                  <a:gd name="connsiteY0" fmla="*/ 1905 h 123825"/>
                  <a:gd name="connsiteX1" fmla="*/ 404078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3825"/>
                  <a:gd name="connsiteX1" fmla="*/ 398363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1920"/>
                  <a:gd name="connsiteX1" fmla="*/ 398363 w 514568"/>
                  <a:gd name="connsiteY1" fmla="*/ 0 h 121920"/>
                  <a:gd name="connsiteX2" fmla="*/ 514568 w 514568"/>
                  <a:gd name="connsiteY2" fmla="*/ 121920 h 121920"/>
                  <a:gd name="connsiteX3" fmla="*/ 129540 w 514568"/>
                  <a:gd name="connsiteY3" fmla="*/ 121920 h 121920"/>
                  <a:gd name="connsiteX4" fmla="*/ 0 w 514568"/>
                  <a:gd name="connsiteY4" fmla="*/ 1905 h 121920"/>
                  <a:gd name="connsiteX0" fmla="*/ 0 w 520283"/>
                  <a:gd name="connsiteY0" fmla="*/ 1905 h 125730"/>
                  <a:gd name="connsiteX1" fmla="*/ 398363 w 520283"/>
                  <a:gd name="connsiteY1" fmla="*/ 0 h 125730"/>
                  <a:gd name="connsiteX2" fmla="*/ 520283 w 520283"/>
                  <a:gd name="connsiteY2" fmla="*/ 125730 h 125730"/>
                  <a:gd name="connsiteX3" fmla="*/ 129540 w 520283"/>
                  <a:gd name="connsiteY3" fmla="*/ 121920 h 125730"/>
                  <a:gd name="connsiteX4" fmla="*/ 0 w 520283"/>
                  <a:gd name="connsiteY4" fmla="*/ 1905 h 125730"/>
                  <a:gd name="connsiteX0" fmla="*/ 0 w 520283"/>
                  <a:gd name="connsiteY0" fmla="*/ 1905 h 127635"/>
                  <a:gd name="connsiteX1" fmla="*/ 398363 w 520283"/>
                  <a:gd name="connsiteY1" fmla="*/ 0 h 127635"/>
                  <a:gd name="connsiteX2" fmla="*/ 520283 w 520283"/>
                  <a:gd name="connsiteY2" fmla="*/ 125730 h 127635"/>
                  <a:gd name="connsiteX3" fmla="*/ 133350 w 520283"/>
                  <a:gd name="connsiteY3" fmla="*/ 127635 h 127635"/>
                  <a:gd name="connsiteX4" fmla="*/ 0 w 520283"/>
                  <a:gd name="connsiteY4" fmla="*/ 1905 h 12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0283" h="127635">
                    <a:moveTo>
                      <a:pt x="0" y="1905"/>
                    </a:moveTo>
                    <a:lnTo>
                      <a:pt x="398363" y="0"/>
                    </a:lnTo>
                    <a:lnTo>
                      <a:pt x="520283" y="125730"/>
                    </a:lnTo>
                    <a:lnTo>
                      <a:pt x="133350" y="127635"/>
                    </a:lnTo>
                    <a:lnTo>
                      <a:pt x="0" y="1905"/>
                    </a:lnTo>
                    <a:close/>
                  </a:path>
                </a:pathLst>
              </a:custGeom>
              <a:gradFill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9" name="Group 518"/>
            <p:cNvGrpSpPr/>
            <p:nvPr/>
          </p:nvGrpSpPr>
          <p:grpSpPr>
            <a:xfrm rot="5400000">
              <a:off x="3783319" y="3259433"/>
              <a:ext cx="541247" cy="709956"/>
              <a:chOff x="1027560" y="1988818"/>
              <a:chExt cx="545969" cy="678181"/>
            </a:xfrm>
          </p:grpSpPr>
          <p:sp>
            <p:nvSpPr>
              <p:cNvPr id="526" name="Cube 525"/>
              <p:cNvSpPr/>
              <p:nvPr/>
            </p:nvSpPr>
            <p:spPr>
              <a:xfrm flipH="1">
                <a:off x="1027560" y="1988818"/>
                <a:ext cx="545969" cy="678181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27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171574" y="2133601"/>
                <a:ext cx="401955" cy="5295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28" name="Rectangle 83"/>
              <p:cNvSpPr/>
              <p:nvPr/>
            </p:nvSpPr>
            <p:spPr>
              <a:xfrm>
                <a:off x="1028484" y="2005964"/>
                <a:ext cx="125948" cy="65341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948" h="653415">
                    <a:moveTo>
                      <a:pt x="1905" y="0"/>
                    </a:moveTo>
                    <a:lnTo>
                      <a:pt x="124043" y="121920"/>
                    </a:lnTo>
                    <a:lnTo>
                      <a:pt x="125948" y="653415"/>
                    </a:lnTo>
                    <a:lnTo>
                      <a:pt x="0" y="527685"/>
                    </a:lnTo>
                    <a:lnTo>
                      <a:pt x="190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9" name="Rectangle 83"/>
              <p:cNvSpPr/>
              <p:nvPr/>
            </p:nvSpPr>
            <p:spPr>
              <a:xfrm>
                <a:off x="1037545" y="1988820"/>
                <a:ext cx="520283" cy="127635"/>
              </a:xfrm>
              <a:custGeom>
                <a:avLst/>
                <a:gdLst>
                  <a:gd name="connsiteX0" fmla="*/ 0 w 230723"/>
                  <a:gd name="connsiteY0" fmla="*/ 0 h 609600"/>
                  <a:gd name="connsiteX1" fmla="*/ 230723 w 230723"/>
                  <a:gd name="connsiteY1" fmla="*/ 0 h 609600"/>
                  <a:gd name="connsiteX2" fmla="*/ 230723 w 230723"/>
                  <a:gd name="connsiteY2" fmla="*/ 609600 h 609600"/>
                  <a:gd name="connsiteX3" fmla="*/ 0 w 230723"/>
                  <a:gd name="connsiteY3" fmla="*/ 609600 h 609600"/>
                  <a:gd name="connsiteX4" fmla="*/ 0 w 230723"/>
                  <a:gd name="connsiteY4" fmla="*/ 0 h 609600"/>
                  <a:gd name="connsiteX0" fmla="*/ 123825 w 230723"/>
                  <a:gd name="connsiteY0" fmla="*/ 0 h 645795"/>
                  <a:gd name="connsiteX1" fmla="*/ 230723 w 230723"/>
                  <a:gd name="connsiteY1" fmla="*/ 36195 h 645795"/>
                  <a:gd name="connsiteX2" fmla="*/ 230723 w 230723"/>
                  <a:gd name="connsiteY2" fmla="*/ 645795 h 645795"/>
                  <a:gd name="connsiteX3" fmla="*/ 0 w 230723"/>
                  <a:gd name="connsiteY3" fmla="*/ 645795 h 645795"/>
                  <a:gd name="connsiteX4" fmla="*/ 123825 w 230723"/>
                  <a:gd name="connsiteY4" fmla="*/ 0 h 645795"/>
                  <a:gd name="connsiteX0" fmla="*/ 123825 w 234533"/>
                  <a:gd name="connsiteY0" fmla="*/ 0 h 645795"/>
                  <a:gd name="connsiteX1" fmla="*/ 234533 w 234533"/>
                  <a:gd name="connsiteY1" fmla="*/ 116205 h 645795"/>
                  <a:gd name="connsiteX2" fmla="*/ 230723 w 234533"/>
                  <a:gd name="connsiteY2" fmla="*/ 645795 h 645795"/>
                  <a:gd name="connsiteX3" fmla="*/ 0 w 234533"/>
                  <a:gd name="connsiteY3" fmla="*/ 645795 h 645795"/>
                  <a:gd name="connsiteX4" fmla="*/ 123825 w 234533"/>
                  <a:gd name="connsiteY4" fmla="*/ 0 h 645795"/>
                  <a:gd name="connsiteX0" fmla="*/ 13335 w 124043"/>
                  <a:gd name="connsiteY0" fmla="*/ 0 h 645795"/>
                  <a:gd name="connsiteX1" fmla="*/ 124043 w 124043"/>
                  <a:gd name="connsiteY1" fmla="*/ 116205 h 645795"/>
                  <a:gd name="connsiteX2" fmla="*/ 120233 w 124043"/>
                  <a:gd name="connsiteY2" fmla="*/ 645795 h 645795"/>
                  <a:gd name="connsiteX3" fmla="*/ 0 w 124043"/>
                  <a:gd name="connsiteY3" fmla="*/ 502920 h 645795"/>
                  <a:gd name="connsiteX4" fmla="*/ 13335 w 124043"/>
                  <a:gd name="connsiteY4" fmla="*/ 0 h 645795"/>
                  <a:gd name="connsiteX0" fmla="*/ 13335 w 125948"/>
                  <a:gd name="connsiteY0" fmla="*/ 0 h 628650"/>
                  <a:gd name="connsiteX1" fmla="*/ 124043 w 125948"/>
                  <a:gd name="connsiteY1" fmla="*/ 116205 h 628650"/>
                  <a:gd name="connsiteX2" fmla="*/ 125948 w 125948"/>
                  <a:gd name="connsiteY2" fmla="*/ 628650 h 628650"/>
                  <a:gd name="connsiteX3" fmla="*/ 0 w 125948"/>
                  <a:gd name="connsiteY3" fmla="*/ 502920 h 628650"/>
                  <a:gd name="connsiteX4" fmla="*/ 13335 w 125948"/>
                  <a:gd name="connsiteY4" fmla="*/ 0 h 628650"/>
                  <a:gd name="connsiteX0" fmla="*/ 3810 w 116423"/>
                  <a:gd name="connsiteY0" fmla="*/ 0 h 628650"/>
                  <a:gd name="connsiteX1" fmla="*/ 114518 w 116423"/>
                  <a:gd name="connsiteY1" fmla="*/ 116205 h 628650"/>
                  <a:gd name="connsiteX2" fmla="*/ 116423 w 116423"/>
                  <a:gd name="connsiteY2" fmla="*/ 628650 h 628650"/>
                  <a:gd name="connsiteX3" fmla="*/ 0 w 116423"/>
                  <a:gd name="connsiteY3" fmla="*/ 514350 h 628650"/>
                  <a:gd name="connsiteX4" fmla="*/ 3810 w 116423"/>
                  <a:gd name="connsiteY4" fmla="*/ 0 h 628650"/>
                  <a:gd name="connsiteX0" fmla="*/ 0 w 120233"/>
                  <a:gd name="connsiteY0" fmla="*/ 0 h 632460"/>
                  <a:gd name="connsiteX1" fmla="*/ 118328 w 120233"/>
                  <a:gd name="connsiteY1" fmla="*/ 120015 h 632460"/>
                  <a:gd name="connsiteX2" fmla="*/ 120233 w 120233"/>
                  <a:gd name="connsiteY2" fmla="*/ 632460 h 632460"/>
                  <a:gd name="connsiteX3" fmla="*/ 3810 w 120233"/>
                  <a:gd name="connsiteY3" fmla="*/ 518160 h 632460"/>
                  <a:gd name="connsiteX4" fmla="*/ 0 w 120233"/>
                  <a:gd name="connsiteY4" fmla="*/ 0 h 632460"/>
                  <a:gd name="connsiteX0" fmla="*/ 0 w 118328"/>
                  <a:gd name="connsiteY0" fmla="*/ 0 h 643890"/>
                  <a:gd name="connsiteX1" fmla="*/ 116423 w 118328"/>
                  <a:gd name="connsiteY1" fmla="*/ 131445 h 643890"/>
                  <a:gd name="connsiteX2" fmla="*/ 118328 w 118328"/>
                  <a:gd name="connsiteY2" fmla="*/ 643890 h 643890"/>
                  <a:gd name="connsiteX3" fmla="*/ 1905 w 118328"/>
                  <a:gd name="connsiteY3" fmla="*/ 529590 h 643890"/>
                  <a:gd name="connsiteX4" fmla="*/ 0 w 118328"/>
                  <a:gd name="connsiteY4" fmla="*/ 0 h 643890"/>
                  <a:gd name="connsiteX0" fmla="*/ 0 w 122138"/>
                  <a:gd name="connsiteY0" fmla="*/ 0 h 643890"/>
                  <a:gd name="connsiteX1" fmla="*/ 122138 w 122138"/>
                  <a:gd name="connsiteY1" fmla="*/ 121920 h 643890"/>
                  <a:gd name="connsiteX2" fmla="*/ 118328 w 122138"/>
                  <a:gd name="connsiteY2" fmla="*/ 643890 h 643890"/>
                  <a:gd name="connsiteX3" fmla="*/ 1905 w 122138"/>
                  <a:gd name="connsiteY3" fmla="*/ 529590 h 643890"/>
                  <a:gd name="connsiteX4" fmla="*/ 0 w 122138"/>
                  <a:gd name="connsiteY4" fmla="*/ 0 h 643890"/>
                  <a:gd name="connsiteX0" fmla="*/ 0 w 124043"/>
                  <a:gd name="connsiteY0" fmla="*/ 0 h 653415"/>
                  <a:gd name="connsiteX1" fmla="*/ 122138 w 124043"/>
                  <a:gd name="connsiteY1" fmla="*/ 121920 h 653415"/>
                  <a:gd name="connsiteX2" fmla="*/ 124043 w 124043"/>
                  <a:gd name="connsiteY2" fmla="*/ 653415 h 653415"/>
                  <a:gd name="connsiteX3" fmla="*/ 1905 w 124043"/>
                  <a:gd name="connsiteY3" fmla="*/ 529590 h 653415"/>
                  <a:gd name="connsiteX4" fmla="*/ 0 w 124043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31495 h 653415"/>
                  <a:gd name="connsiteX4" fmla="*/ 1905 w 125948"/>
                  <a:gd name="connsiteY4" fmla="*/ 0 h 653415"/>
                  <a:gd name="connsiteX0" fmla="*/ 1905 w 125948"/>
                  <a:gd name="connsiteY0" fmla="*/ 0 h 653415"/>
                  <a:gd name="connsiteX1" fmla="*/ 124043 w 125948"/>
                  <a:gd name="connsiteY1" fmla="*/ 121920 h 653415"/>
                  <a:gd name="connsiteX2" fmla="*/ 125948 w 125948"/>
                  <a:gd name="connsiteY2" fmla="*/ 653415 h 653415"/>
                  <a:gd name="connsiteX3" fmla="*/ 0 w 125948"/>
                  <a:gd name="connsiteY3" fmla="*/ 527685 h 653415"/>
                  <a:gd name="connsiteX4" fmla="*/ 1905 w 125948"/>
                  <a:gd name="connsiteY4" fmla="*/ 0 h 653415"/>
                  <a:gd name="connsiteX0" fmla="*/ 1905 w 305018"/>
                  <a:gd name="connsiteY0" fmla="*/ 0 h 527685"/>
                  <a:gd name="connsiteX1" fmla="*/ 124043 w 305018"/>
                  <a:gd name="connsiteY1" fmla="*/ 121920 h 527685"/>
                  <a:gd name="connsiteX2" fmla="*/ 305018 w 305018"/>
                  <a:gd name="connsiteY2" fmla="*/ 358140 h 527685"/>
                  <a:gd name="connsiteX3" fmla="*/ 0 w 305018"/>
                  <a:gd name="connsiteY3" fmla="*/ 527685 h 527685"/>
                  <a:gd name="connsiteX4" fmla="*/ 1905 w 305018"/>
                  <a:gd name="connsiteY4" fmla="*/ 0 h 527685"/>
                  <a:gd name="connsiteX0" fmla="*/ 62865 w 365978"/>
                  <a:gd name="connsiteY0" fmla="*/ 0 h 360045"/>
                  <a:gd name="connsiteX1" fmla="*/ 185003 w 365978"/>
                  <a:gd name="connsiteY1" fmla="*/ 121920 h 360045"/>
                  <a:gd name="connsiteX2" fmla="*/ 365978 w 365978"/>
                  <a:gd name="connsiteY2" fmla="*/ 358140 h 360045"/>
                  <a:gd name="connsiteX3" fmla="*/ 0 w 365978"/>
                  <a:gd name="connsiteY3" fmla="*/ 360045 h 360045"/>
                  <a:gd name="connsiteX4" fmla="*/ 62865 w 365978"/>
                  <a:gd name="connsiteY4" fmla="*/ 0 h 360045"/>
                  <a:gd name="connsiteX0" fmla="*/ 0 w 489803"/>
                  <a:gd name="connsiteY0" fmla="*/ 123825 h 238125"/>
                  <a:gd name="connsiteX1" fmla="*/ 308828 w 489803"/>
                  <a:gd name="connsiteY1" fmla="*/ 0 h 238125"/>
                  <a:gd name="connsiteX2" fmla="*/ 489803 w 489803"/>
                  <a:gd name="connsiteY2" fmla="*/ 236220 h 238125"/>
                  <a:gd name="connsiteX3" fmla="*/ 123825 w 489803"/>
                  <a:gd name="connsiteY3" fmla="*/ 238125 h 238125"/>
                  <a:gd name="connsiteX4" fmla="*/ 0 w 489803"/>
                  <a:gd name="connsiteY4" fmla="*/ 123825 h 238125"/>
                  <a:gd name="connsiteX0" fmla="*/ 0 w 489803"/>
                  <a:gd name="connsiteY0" fmla="*/ 15240 h 129540"/>
                  <a:gd name="connsiteX1" fmla="*/ 331688 w 489803"/>
                  <a:gd name="connsiteY1" fmla="*/ 0 h 129540"/>
                  <a:gd name="connsiteX2" fmla="*/ 489803 w 489803"/>
                  <a:gd name="connsiteY2" fmla="*/ 127635 h 129540"/>
                  <a:gd name="connsiteX3" fmla="*/ 123825 w 489803"/>
                  <a:gd name="connsiteY3" fmla="*/ 129540 h 129540"/>
                  <a:gd name="connsiteX4" fmla="*/ 0 w 489803"/>
                  <a:gd name="connsiteY4" fmla="*/ 15240 h 129540"/>
                  <a:gd name="connsiteX0" fmla="*/ 0 w 489803"/>
                  <a:gd name="connsiteY0" fmla="*/ 1905 h 116205"/>
                  <a:gd name="connsiteX1" fmla="*/ 385028 w 489803"/>
                  <a:gd name="connsiteY1" fmla="*/ 0 h 116205"/>
                  <a:gd name="connsiteX2" fmla="*/ 489803 w 489803"/>
                  <a:gd name="connsiteY2" fmla="*/ 114300 h 116205"/>
                  <a:gd name="connsiteX3" fmla="*/ 123825 w 489803"/>
                  <a:gd name="connsiteY3" fmla="*/ 116205 h 116205"/>
                  <a:gd name="connsiteX4" fmla="*/ 0 w 489803"/>
                  <a:gd name="connsiteY4" fmla="*/ 1905 h 116205"/>
                  <a:gd name="connsiteX0" fmla="*/ 0 w 505043"/>
                  <a:gd name="connsiteY0" fmla="*/ 0 h 121920"/>
                  <a:gd name="connsiteX1" fmla="*/ 400268 w 505043"/>
                  <a:gd name="connsiteY1" fmla="*/ 5715 h 121920"/>
                  <a:gd name="connsiteX2" fmla="*/ 505043 w 505043"/>
                  <a:gd name="connsiteY2" fmla="*/ 120015 h 121920"/>
                  <a:gd name="connsiteX3" fmla="*/ 139065 w 505043"/>
                  <a:gd name="connsiteY3" fmla="*/ 121920 h 121920"/>
                  <a:gd name="connsiteX4" fmla="*/ 0 w 505043"/>
                  <a:gd name="connsiteY4" fmla="*/ 0 h 121920"/>
                  <a:gd name="connsiteX0" fmla="*/ 0 w 505043"/>
                  <a:gd name="connsiteY0" fmla="*/ 1905 h 123825"/>
                  <a:gd name="connsiteX1" fmla="*/ 404078 w 505043"/>
                  <a:gd name="connsiteY1" fmla="*/ 0 h 123825"/>
                  <a:gd name="connsiteX2" fmla="*/ 505043 w 505043"/>
                  <a:gd name="connsiteY2" fmla="*/ 121920 h 123825"/>
                  <a:gd name="connsiteX3" fmla="*/ 139065 w 505043"/>
                  <a:gd name="connsiteY3" fmla="*/ 123825 h 123825"/>
                  <a:gd name="connsiteX4" fmla="*/ 0 w 505043"/>
                  <a:gd name="connsiteY4" fmla="*/ 1905 h 123825"/>
                  <a:gd name="connsiteX0" fmla="*/ 0 w 514568"/>
                  <a:gd name="connsiteY0" fmla="*/ 1905 h 123825"/>
                  <a:gd name="connsiteX1" fmla="*/ 404078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3825"/>
                  <a:gd name="connsiteX1" fmla="*/ 398363 w 514568"/>
                  <a:gd name="connsiteY1" fmla="*/ 0 h 123825"/>
                  <a:gd name="connsiteX2" fmla="*/ 514568 w 514568"/>
                  <a:gd name="connsiteY2" fmla="*/ 121920 h 123825"/>
                  <a:gd name="connsiteX3" fmla="*/ 139065 w 514568"/>
                  <a:gd name="connsiteY3" fmla="*/ 123825 h 123825"/>
                  <a:gd name="connsiteX4" fmla="*/ 0 w 514568"/>
                  <a:gd name="connsiteY4" fmla="*/ 1905 h 123825"/>
                  <a:gd name="connsiteX0" fmla="*/ 0 w 514568"/>
                  <a:gd name="connsiteY0" fmla="*/ 1905 h 121920"/>
                  <a:gd name="connsiteX1" fmla="*/ 398363 w 514568"/>
                  <a:gd name="connsiteY1" fmla="*/ 0 h 121920"/>
                  <a:gd name="connsiteX2" fmla="*/ 514568 w 514568"/>
                  <a:gd name="connsiteY2" fmla="*/ 121920 h 121920"/>
                  <a:gd name="connsiteX3" fmla="*/ 129540 w 514568"/>
                  <a:gd name="connsiteY3" fmla="*/ 121920 h 121920"/>
                  <a:gd name="connsiteX4" fmla="*/ 0 w 514568"/>
                  <a:gd name="connsiteY4" fmla="*/ 1905 h 121920"/>
                  <a:gd name="connsiteX0" fmla="*/ 0 w 520283"/>
                  <a:gd name="connsiteY0" fmla="*/ 1905 h 125730"/>
                  <a:gd name="connsiteX1" fmla="*/ 398363 w 520283"/>
                  <a:gd name="connsiteY1" fmla="*/ 0 h 125730"/>
                  <a:gd name="connsiteX2" fmla="*/ 520283 w 520283"/>
                  <a:gd name="connsiteY2" fmla="*/ 125730 h 125730"/>
                  <a:gd name="connsiteX3" fmla="*/ 129540 w 520283"/>
                  <a:gd name="connsiteY3" fmla="*/ 121920 h 125730"/>
                  <a:gd name="connsiteX4" fmla="*/ 0 w 520283"/>
                  <a:gd name="connsiteY4" fmla="*/ 1905 h 125730"/>
                  <a:gd name="connsiteX0" fmla="*/ 0 w 520283"/>
                  <a:gd name="connsiteY0" fmla="*/ 1905 h 127635"/>
                  <a:gd name="connsiteX1" fmla="*/ 398363 w 520283"/>
                  <a:gd name="connsiteY1" fmla="*/ 0 h 127635"/>
                  <a:gd name="connsiteX2" fmla="*/ 520283 w 520283"/>
                  <a:gd name="connsiteY2" fmla="*/ 125730 h 127635"/>
                  <a:gd name="connsiteX3" fmla="*/ 133350 w 520283"/>
                  <a:gd name="connsiteY3" fmla="*/ 127635 h 127635"/>
                  <a:gd name="connsiteX4" fmla="*/ 0 w 520283"/>
                  <a:gd name="connsiteY4" fmla="*/ 1905 h 12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0283" h="127635">
                    <a:moveTo>
                      <a:pt x="0" y="1905"/>
                    </a:moveTo>
                    <a:lnTo>
                      <a:pt x="398363" y="0"/>
                    </a:lnTo>
                    <a:lnTo>
                      <a:pt x="520283" y="125730"/>
                    </a:lnTo>
                    <a:lnTo>
                      <a:pt x="133350" y="127635"/>
                    </a:lnTo>
                    <a:lnTo>
                      <a:pt x="0" y="1905"/>
                    </a:lnTo>
                    <a:close/>
                  </a:path>
                </a:pathLst>
              </a:custGeom>
              <a:gradFill>
                <a:gsLst>
                  <a:gs pos="0">
                    <a:schemeClr val="dk1">
                      <a:tint val="50000"/>
                      <a:satMod val="300000"/>
                    </a:schemeClr>
                  </a:gs>
                  <a:gs pos="61000">
                    <a:schemeClr val="dk1">
                      <a:tint val="37000"/>
                      <a:satMod val="300000"/>
                      <a:lumMod val="66000"/>
                    </a:schemeClr>
                  </a:gs>
                  <a:gs pos="100000">
                    <a:schemeClr val="dk1">
                      <a:tint val="15000"/>
                      <a:satMod val="350000"/>
                    </a:schemeClr>
                  </a:gs>
                </a:gsLst>
              </a:gra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0" name="Group 519"/>
            <p:cNvGrpSpPr/>
            <p:nvPr/>
          </p:nvGrpSpPr>
          <p:grpSpPr>
            <a:xfrm>
              <a:off x="2286000" y="2769967"/>
              <a:ext cx="3505200" cy="3407152"/>
              <a:chOff x="3048000" y="2769967"/>
              <a:chExt cx="3505200" cy="3407152"/>
            </a:xfrm>
          </p:grpSpPr>
          <p:sp>
            <p:nvSpPr>
              <p:cNvPr id="521" name="TextBox 520"/>
              <p:cNvSpPr txBox="1"/>
              <p:nvPr/>
            </p:nvSpPr>
            <p:spPr>
              <a:xfrm>
                <a:off x="3048000" y="2769967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2" name="TextBox 521"/>
              <p:cNvSpPr txBox="1"/>
              <p:nvPr/>
            </p:nvSpPr>
            <p:spPr>
              <a:xfrm>
                <a:off x="3124200" y="4983480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3" name="TextBox 522"/>
              <p:cNvSpPr txBox="1"/>
              <p:nvPr/>
            </p:nvSpPr>
            <p:spPr>
              <a:xfrm>
                <a:off x="3124200" y="5746232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4" name="TextBox 523"/>
              <p:cNvSpPr txBox="1"/>
              <p:nvPr/>
            </p:nvSpPr>
            <p:spPr>
              <a:xfrm>
                <a:off x="5562600" y="3581400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525" name="TextBox 524"/>
              <p:cNvSpPr txBox="1"/>
              <p:nvPr/>
            </p:nvSpPr>
            <p:spPr>
              <a:xfrm>
                <a:off x="5562600" y="5055513"/>
                <a:ext cx="99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 smtClean="0">
                    <a:solidFill>
                      <a:schemeClr val="bg2">
                        <a:lumMod val="25000"/>
                      </a:schemeClr>
                    </a:solidFill>
                  </a:rPr>
                  <a:t>40G</a:t>
                </a:r>
                <a:endParaRPr lang="en-US" sz="2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</p:grpSp>
      <p:sp>
        <p:nvSpPr>
          <p:cNvPr id="168" name="Rectangle 167"/>
          <p:cNvSpPr/>
          <p:nvPr/>
        </p:nvSpPr>
        <p:spPr>
          <a:xfrm>
            <a:off x="990600" y="2298146"/>
            <a:ext cx="6006647" cy="455985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9A5B-5B03-425B-9284-2F10A88898BE}" type="slidenum">
              <a:rPr lang="en-US" smtClean="0"/>
              <a:t>6</a:t>
            </a:fld>
            <a:endParaRPr lang="en-US"/>
          </a:p>
        </p:txBody>
      </p:sp>
      <p:sp>
        <p:nvSpPr>
          <p:cNvPr id="3" name="Freeform 2"/>
          <p:cNvSpPr/>
          <p:nvPr/>
        </p:nvSpPr>
        <p:spPr>
          <a:xfrm>
            <a:off x="1237015" y="2717920"/>
            <a:ext cx="5756804" cy="1987682"/>
          </a:xfrm>
          <a:custGeom>
            <a:avLst/>
            <a:gdLst>
              <a:gd name="connsiteX0" fmla="*/ 0 w 5756804"/>
              <a:gd name="connsiteY0" fmla="*/ 21990 h 1989598"/>
              <a:gd name="connsiteX1" fmla="*/ 645429 w 5756804"/>
              <a:gd name="connsiteY1" fmla="*/ 115686 h 1989598"/>
              <a:gd name="connsiteX2" fmla="*/ 2446381 w 5756804"/>
              <a:gd name="connsiteY2" fmla="*/ 917304 h 1989598"/>
              <a:gd name="connsiteX3" fmla="*/ 3175091 w 5756804"/>
              <a:gd name="connsiteY3" fmla="*/ 1000589 h 1989598"/>
              <a:gd name="connsiteX4" fmla="*/ 4976044 w 5756804"/>
              <a:gd name="connsiteY4" fmla="*/ 1791796 h 1989598"/>
              <a:gd name="connsiteX5" fmla="*/ 5756804 w 5756804"/>
              <a:gd name="connsiteY5" fmla="*/ 1989598 h 1989598"/>
              <a:gd name="connsiteX0" fmla="*/ 0 w 5756804"/>
              <a:gd name="connsiteY0" fmla="*/ 20074 h 1987682"/>
              <a:gd name="connsiteX1" fmla="*/ 645429 w 5756804"/>
              <a:gd name="connsiteY1" fmla="*/ 113770 h 1987682"/>
              <a:gd name="connsiteX2" fmla="*/ 2373510 w 5756804"/>
              <a:gd name="connsiteY2" fmla="*/ 873745 h 1987682"/>
              <a:gd name="connsiteX3" fmla="*/ 3175091 w 5756804"/>
              <a:gd name="connsiteY3" fmla="*/ 998673 h 1987682"/>
              <a:gd name="connsiteX4" fmla="*/ 4976044 w 5756804"/>
              <a:gd name="connsiteY4" fmla="*/ 1789880 h 1987682"/>
              <a:gd name="connsiteX5" fmla="*/ 5756804 w 5756804"/>
              <a:gd name="connsiteY5" fmla="*/ 1987682 h 198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6804" h="1987682">
                <a:moveTo>
                  <a:pt x="0" y="20074"/>
                </a:moveTo>
                <a:cubicBezTo>
                  <a:pt x="118849" y="-7688"/>
                  <a:pt x="249844" y="-28509"/>
                  <a:pt x="645429" y="113770"/>
                </a:cubicBezTo>
                <a:cubicBezTo>
                  <a:pt x="1041014" y="256049"/>
                  <a:pt x="1951900" y="726261"/>
                  <a:pt x="2373510" y="873745"/>
                </a:cubicBezTo>
                <a:cubicBezTo>
                  <a:pt x="2795120" y="1021229"/>
                  <a:pt x="2741335" y="845984"/>
                  <a:pt x="3175091" y="998673"/>
                </a:cubicBezTo>
                <a:cubicBezTo>
                  <a:pt x="3608847" y="1151362"/>
                  <a:pt x="4545759" y="1625045"/>
                  <a:pt x="4976044" y="1789880"/>
                </a:cubicBezTo>
                <a:cubicBezTo>
                  <a:pt x="5406330" y="1954715"/>
                  <a:pt x="5756804" y="1987682"/>
                  <a:pt x="5756804" y="1987682"/>
                </a:cubicBezTo>
              </a:path>
            </a:pathLst>
          </a:custGeom>
          <a:ln w="114300">
            <a:solidFill>
              <a:schemeClr val="accent2"/>
            </a:solidFill>
            <a:tailEnd type="stealth" w="lg" len="lg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TextBox 294"/>
          <p:cNvSpPr txBox="1"/>
          <p:nvPr/>
        </p:nvSpPr>
        <p:spPr>
          <a:xfrm>
            <a:off x="3058680" y="29718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BD0A12"/>
                </a:solidFill>
              </a:rPr>
              <a:t>10</a:t>
            </a:r>
            <a:endParaRPr lang="en-US" sz="2400" b="1" dirty="0">
              <a:solidFill>
                <a:srgbClr val="BD0A12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1237015" y="3693877"/>
            <a:ext cx="5694343" cy="2517419"/>
          </a:xfrm>
          <a:custGeom>
            <a:avLst/>
            <a:gdLst>
              <a:gd name="connsiteX0" fmla="*/ 0 w 5694343"/>
              <a:gd name="connsiteY0" fmla="*/ 2619358 h 2625922"/>
              <a:gd name="connsiteX1" fmla="*/ 603788 w 5694343"/>
              <a:gd name="connsiteY1" fmla="*/ 2567305 h 2625922"/>
              <a:gd name="connsiteX2" fmla="*/ 926502 w 5694343"/>
              <a:gd name="connsiteY2" fmla="*/ 2192523 h 2625922"/>
              <a:gd name="connsiteX3" fmla="*/ 2394331 w 5694343"/>
              <a:gd name="connsiteY3" fmla="*/ 193682 h 2625922"/>
              <a:gd name="connsiteX4" fmla="*/ 3164681 w 5694343"/>
              <a:gd name="connsiteY4" fmla="*/ 162450 h 2625922"/>
              <a:gd name="connsiteX5" fmla="*/ 4944813 w 5694343"/>
              <a:gd name="connsiteY5" fmla="*/ 943247 h 2625922"/>
              <a:gd name="connsiteX6" fmla="*/ 5694343 w 5694343"/>
              <a:gd name="connsiteY6" fmla="*/ 1338851 h 2625922"/>
              <a:gd name="connsiteX0" fmla="*/ 0 w 5694343"/>
              <a:gd name="connsiteY0" fmla="*/ 2562408 h 2568972"/>
              <a:gd name="connsiteX1" fmla="*/ 603788 w 5694343"/>
              <a:gd name="connsiteY1" fmla="*/ 2510355 h 2568972"/>
              <a:gd name="connsiteX2" fmla="*/ 926502 w 5694343"/>
              <a:gd name="connsiteY2" fmla="*/ 2135573 h 2568972"/>
              <a:gd name="connsiteX3" fmla="*/ 2352690 w 5694343"/>
              <a:gd name="connsiteY3" fmla="*/ 230427 h 2568972"/>
              <a:gd name="connsiteX4" fmla="*/ 3164681 w 5694343"/>
              <a:gd name="connsiteY4" fmla="*/ 105500 h 2568972"/>
              <a:gd name="connsiteX5" fmla="*/ 4944813 w 5694343"/>
              <a:gd name="connsiteY5" fmla="*/ 886297 h 2568972"/>
              <a:gd name="connsiteX6" fmla="*/ 5694343 w 5694343"/>
              <a:gd name="connsiteY6" fmla="*/ 1281901 h 2568972"/>
              <a:gd name="connsiteX0" fmla="*/ 0 w 5694343"/>
              <a:gd name="connsiteY0" fmla="*/ 2578014 h 2584578"/>
              <a:gd name="connsiteX1" fmla="*/ 603788 w 5694343"/>
              <a:gd name="connsiteY1" fmla="*/ 2525961 h 2584578"/>
              <a:gd name="connsiteX2" fmla="*/ 926502 w 5694343"/>
              <a:gd name="connsiteY2" fmla="*/ 2151179 h 2584578"/>
              <a:gd name="connsiteX3" fmla="*/ 2352690 w 5694343"/>
              <a:gd name="connsiteY3" fmla="*/ 246033 h 2584578"/>
              <a:gd name="connsiteX4" fmla="*/ 3164681 w 5694343"/>
              <a:gd name="connsiteY4" fmla="*/ 121106 h 2584578"/>
              <a:gd name="connsiteX5" fmla="*/ 4944813 w 5694343"/>
              <a:gd name="connsiteY5" fmla="*/ 901903 h 2584578"/>
              <a:gd name="connsiteX6" fmla="*/ 5694343 w 5694343"/>
              <a:gd name="connsiteY6" fmla="*/ 1297507 h 2584578"/>
              <a:gd name="connsiteX0" fmla="*/ 0 w 5694343"/>
              <a:gd name="connsiteY0" fmla="*/ 2505055 h 2511619"/>
              <a:gd name="connsiteX1" fmla="*/ 603788 w 5694343"/>
              <a:gd name="connsiteY1" fmla="*/ 2453002 h 2511619"/>
              <a:gd name="connsiteX2" fmla="*/ 926502 w 5694343"/>
              <a:gd name="connsiteY2" fmla="*/ 2078220 h 2511619"/>
              <a:gd name="connsiteX3" fmla="*/ 2352690 w 5694343"/>
              <a:gd name="connsiteY3" fmla="*/ 173074 h 2511619"/>
              <a:gd name="connsiteX4" fmla="*/ 3424934 w 5694343"/>
              <a:gd name="connsiteY4" fmla="*/ 162664 h 2511619"/>
              <a:gd name="connsiteX5" fmla="*/ 4944813 w 5694343"/>
              <a:gd name="connsiteY5" fmla="*/ 828944 h 2511619"/>
              <a:gd name="connsiteX6" fmla="*/ 5694343 w 5694343"/>
              <a:gd name="connsiteY6" fmla="*/ 1224548 h 2511619"/>
              <a:gd name="connsiteX0" fmla="*/ 0 w 5694343"/>
              <a:gd name="connsiteY0" fmla="*/ 2534188 h 2540752"/>
              <a:gd name="connsiteX1" fmla="*/ 603788 w 5694343"/>
              <a:gd name="connsiteY1" fmla="*/ 2482135 h 2540752"/>
              <a:gd name="connsiteX2" fmla="*/ 926502 w 5694343"/>
              <a:gd name="connsiteY2" fmla="*/ 2107353 h 2540752"/>
              <a:gd name="connsiteX3" fmla="*/ 2352690 w 5694343"/>
              <a:gd name="connsiteY3" fmla="*/ 202207 h 2540752"/>
              <a:gd name="connsiteX4" fmla="*/ 3331243 w 5694343"/>
              <a:gd name="connsiteY4" fmla="*/ 129333 h 2540752"/>
              <a:gd name="connsiteX5" fmla="*/ 4944813 w 5694343"/>
              <a:gd name="connsiteY5" fmla="*/ 858077 h 2540752"/>
              <a:gd name="connsiteX6" fmla="*/ 5694343 w 5694343"/>
              <a:gd name="connsiteY6" fmla="*/ 1253681 h 2540752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55469 h 2542540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97112 h 2542540"/>
              <a:gd name="connsiteX0" fmla="*/ 0 w 5694343"/>
              <a:gd name="connsiteY0" fmla="*/ 2539594 h 2546158"/>
              <a:gd name="connsiteX1" fmla="*/ 603788 w 5694343"/>
              <a:gd name="connsiteY1" fmla="*/ 2487541 h 2546158"/>
              <a:gd name="connsiteX2" fmla="*/ 926502 w 5694343"/>
              <a:gd name="connsiteY2" fmla="*/ 2112759 h 2546158"/>
              <a:gd name="connsiteX3" fmla="*/ 2352690 w 5694343"/>
              <a:gd name="connsiteY3" fmla="*/ 207613 h 2546158"/>
              <a:gd name="connsiteX4" fmla="*/ 3331243 w 5694343"/>
              <a:gd name="connsiteY4" fmla="*/ 134739 h 2546158"/>
              <a:gd name="connsiteX5" fmla="*/ 5205067 w 5694343"/>
              <a:gd name="connsiteY5" fmla="*/ 957179 h 2546158"/>
              <a:gd name="connsiteX6" fmla="*/ 5694343 w 5694343"/>
              <a:gd name="connsiteY6" fmla="*/ 1300730 h 2546158"/>
              <a:gd name="connsiteX0" fmla="*/ 0 w 5694343"/>
              <a:gd name="connsiteY0" fmla="*/ 2556822 h 2563386"/>
              <a:gd name="connsiteX1" fmla="*/ 603788 w 5694343"/>
              <a:gd name="connsiteY1" fmla="*/ 2504769 h 2563386"/>
              <a:gd name="connsiteX2" fmla="*/ 926502 w 5694343"/>
              <a:gd name="connsiteY2" fmla="*/ 2129987 h 2563386"/>
              <a:gd name="connsiteX3" fmla="*/ 2352690 w 5694343"/>
              <a:gd name="connsiteY3" fmla="*/ 224841 h 2563386"/>
              <a:gd name="connsiteX4" fmla="*/ 3258373 w 5694343"/>
              <a:gd name="connsiteY4" fmla="*/ 120091 h 2563386"/>
              <a:gd name="connsiteX5" fmla="*/ 5205067 w 5694343"/>
              <a:gd name="connsiteY5" fmla="*/ 974407 h 2563386"/>
              <a:gd name="connsiteX6" fmla="*/ 5694343 w 5694343"/>
              <a:gd name="connsiteY6" fmla="*/ 1317958 h 2563386"/>
              <a:gd name="connsiteX0" fmla="*/ 0 w 5694343"/>
              <a:gd name="connsiteY0" fmla="*/ 2505439 h 2512003"/>
              <a:gd name="connsiteX1" fmla="*/ 603788 w 5694343"/>
              <a:gd name="connsiteY1" fmla="*/ 2453386 h 2512003"/>
              <a:gd name="connsiteX2" fmla="*/ 926502 w 5694343"/>
              <a:gd name="connsiteY2" fmla="*/ 2078604 h 2512003"/>
              <a:gd name="connsiteX3" fmla="*/ 2248589 w 5694343"/>
              <a:gd name="connsiteY3" fmla="*/ 279712 h 2512003"/>
              <a:gd name="connsiteX4" fmla="*/ 3258373 w 5694343"/>
              <a:gd name="connsiteY4" fmla="*/ 68708 h 2512003"/>
              <a:gd name="connsiteX5" fmla="*/ 5205067 w 5694343"/>
              <a:gd name="connsiteY5" fmla="*/ 923024 h 2512003"/>
              <a:gd name="connsiteX6" fmla="*/ 5694343 w 5694343"/>
              <a:gd name="connsiteY6" fmla="*/ 1266575 h 2512003"/>
              <a:gd name="connsiteX0" fmla="*/ 0 w 5694343"/>
              <a:gd name="connsiteY0" fmla="*/ 2517653 h 2524217"/>
              <a:gd name="connsiteX1" fmla="*/ 603788 w 5694343"/>
              <a:gd name="connsiteY1" fmla="*/ 2465600 h 2524217"/>
              <a:gd name="connsiteX2" fmla="*/ 926502 w 5694343"/>
              <a:gd name="connsiteY2" fmla="*/ 2090818 h 2524217"/>
              <a:gd name="connsiteX3" fmla="*/ 2248589 w 5694343"/>
              <a:gd name="connsiteY3" fmla="*/ 291926 h 2524217"/>
              <a:gd name="connsiteX4" fmla="*/ 3258373 w 5694343"/>
              <a:gd name="connsiteY4" fmla="*/ 80922 h 2524217"/>
              <a:gd name="connsiteX5" fmla="*/ 5205067 w 5694343"/>
              <a:gd name="connsiteY5" fmla="*/ 935238 h 2524217"/>
              <a:gd name="connsiteX6" fmla="*/ 5694343 w 5694343"/>
              <a:gd name="connsiteY6" fmla="*/ 1278789 h 2524217"/>
              <a:gd name="connsiteX0" fmla="*/ 0 w 5694343"/>
              <a:gd name="connsiteY0" fmla="*/ 2520671 h 2527235"/>
              <a:gd name="connsiteX1" fmla="*/ 603788 w 5694343"/>
              <a:gd name="connsiteY1" fmla="*/ 2468618 h 2527235"/>
              <a:gd name="connsiteX2" fmla="*/ 926502 w 5694343"/>
              <a:gd name="connsiteY2" fmla="*/ 2093836 h 2527235"/>
              <a:gd name="connsiteX3" fmla="*/ 2248589 w 5694343"/>
              <a:gd name="connsiteY3" fmla="*/ 294944 h 2527235"/>
              <a:gd name="connsiteX4" fmla="*/ 3258373 w 5694343"/>
              <a:gd name="connsiteY4" fmla="*/ 83940 h 2527235"/>
              <a:gd name="connsiteX5" fmla="*/ 5194656 w 5694343"/>
              <a:gd name="connsiteY5" fmla="*/ 980758 h 2527235"/>
              <a:gd name="connsiteX6" fmla="*/ 5694343 w 5694343"/>
              <a:gd name="connsiteY6" fmla="*/ 1281807 h 2527235"/>
              <a:gd name="connsiteX0" fmla="*/ 0 w 5694343"/>
              <a:gd name="connsiteY0" fmla="*/ 2486255 h 2492819"/>
              <a:gd name="connsiteX1" fmla="*/ 603788 w 5694343"/>
              <a:gd name="connsiteY1" fmla="*/ 2434202 h 2492819"/>
              <a:gd name="connsiteX2" fmla="*/ 926502 w 5694343"/>
              <a:gd name="connsiteY2" fmla="*/ 2059420 h 2492819"/>
              <a:gd name="connsiteX3" fmla="*/ 2248589 w 5694343"/>
              <a:gd name="connsiteY3" fmla="*/ 260528 h 2492819"/>
              <a:gd name="connsiteX4" fmla="*/ 3258373 w 5694343"/>
              <a:gd name="connsiteY4" fmla="*/ 81400 h 2492819"/>
              <a:gd name="connsiteX5" fmla="*/ 5194656 w 5694343"/>
              <a:gd name="connsiteY5" fmla="*/ 946342 h 2492819"/>
              <a:gd name="connsiteX6" fmla="*/ 5694343 w 5694343"/>
              <a:gd name="connsiteY6" fmla="*/ 1247391 h 2492819"/>
              <a:gd name="connsiteX0" fmla="*/ 0 w 5694343"/>
              <a:gd name="connsiteY0" fmla="*/ 2548617 h 2555181"/>
              <a:gd name="connsiteX1" fmla="*/ 603788 w 5694343"/>
              <a:gd name="connsiteY1" fmla="*/ 2496564 h 2555181"/>
              <a:gd name="connsiteX2" fmla="*/ 926502 w 5694343"/>
              <a:gd name="connsiteY2" fmla="*/ 2121782 h 2555181"/>
              <a:gd name="connsiteX3" fmla="*/ 2248589 w 5694343"/>
              <a:gd name="connsiteY3" fmla="*/ 322890 h 2555181"/>
              <a:gd name="connsiteX4" fmla="*/ 3123041 w 5694343"/>
              <a:gd name="connsiteY4" fmla="*/ 58759 h 2555181"/>
              <a:gd name="connsiteX5" fmla="*/ 5194656 w 5694343"/>
              <a:gd name="connsiteY5" fmla="*/ 1008704 h 2555181"/>
              <a:gd name="connsiteX6" fmla="*/ 5694343 w 5694343"/>
              <a:gd name="connsiteY6" fmla="*/ 1309753 h 2555181"/>
              <a:gd name="connsiteX0" fmla="*/ 0 w 5694343"/>
              <a:gd name="connsiteY0" fmla="*/ 2567501 h 2574065"/>
              <a:gd name="connsiteX1" fmla="*/ 603788 w 5694343"/>
              <a:gd name="connsiteY1" fmla="*/ 2515448 h 2574065"/>
              <a:gd name="connsiteX2" fmla="*/ 926502 w 5694343"/>
              <a:gd name="connsiteY2" fmla="*/ 2140666 h 2574065"/>
              <a:gd name="connsiteX3" fmla="*/ 2248589 w 5694343"/>
              <a:gd name="connsiteY3" fmla="*/ 341774 h 2574065"/>
              <a:gd name="connsiteX4" fmla="*/ 3123041 w 5694343"/>
              <a:gd name="connsiteY4" fmla="*/ 77643 h 2574065"/>
              <a:gd name="connsiteX5" fmla="*/ 5194656 w 5694343"/>
              <a:gd name="connsiteY5" fmla="*/ 1027588 h 2574065"/>
              <a:gd name="connsiteX6" fmla="*/ 5694343 w 5694343"/>
              <a:gd name="connsiteY6" fmla="*/ 1328637 h 2574065"/>
              <a:gd name="connsiteX0" fmla="*/ 0 w 5694343"/>
              <a:gd name="connsiteY0" fmla="*/ 2539176 h 2545740"/>
              <a:gd name="connsiteX1" fmla="*/ 603788 w 5694343"/>
              <a:gd name="connsiteY1" fmla="*/ 2487123 h 2545740"/>
              <a:gd name="connsiteX2" fmla="*/ 926502 w 5694343"/>
              <a:gd name="connsiteY2" fmla="*/ 2112341 h 2545740"/>
              <a:gd name="connsiteX3" fmla="*/ 2248589 w 5694343"/>
              <a:gd name="connsiteY3" fmla="*/ 313449 h 2545740"/>
              <a:gd name="connsiteX4" fmla="*/ 3123041 w 5694343"/>
              <a:gd name="connsiteY4" fmla="*/ 49318 h 2545740"/>
              <a:gd name="connsiteX5" fmla="*/ 5194656 w 5694343"/>
              <a:gd name="connsiteY5" fmla="*/ 999263 h 2545740"/>
              <a:gd name="connsiteX6" fmla="*/ 5694343 w 5694343"/>
              <a:gd name="connsiteY6" fmla="*/ 1300312 h 2545740"/>
              <a:gd name="connsiteX0" fmla="*/ 0 w 5694343"/>
              <a:gd name="connsiteY0" fmla="*/ 2562780 h 2569344"/>
              <a:gd name="connsiteX1" fmla="*/ 603788 w 5694343"/>
              <a:gd name="connsiteY1" fmla="*/ 2510727 h 2569344"/>
              <a:gd name="connsiteX2" fmla="*/ 926502 w 5694343"/>
              <a:gd name="connsiteY2" fmla="*/ 2135945 h 2569344"/>
              <a:gd name="connsiteX3" fmla="*/ 2248589 w 5694343"/>
              <a:gd name="connsiteY3" fmla="*/ 337053 h 2569344"/>
              <a:gd name="connsiteX4" fmla="*/ 3123041 w 5694343"/>
              <a:gd name="connsiteY4" fmla="*/ 72922 h 2569344"/>
              <a:gd name="connsiteX5" fmla="*/ 5194656 w 5694343"/>
              <a:gd name="connsiteY5" fmla="*/ 1022867 h 2569344"/>
              <a:gd name="connsiteX6" fmla="*/ 5694343 w 5694343"/>
              <a:gd name="connsiteY6" fmla="*/ 1323916 h 256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4343" h="2569344">
                <a:moveTo>
                  <a:pt x="0" y="2562780"/>
                </a:moveTo>
                <a:cubicBezTo>
                  <a:pt x="224685" y="2572323"/>
                  <a:pt x="449371" y="2581866"/>
                  <a:pt x="603788" y="2510727"/>
                </a:cubicBezTo>
                <a:cubicBezTo>
                  <a:pt x="758205" y="2439588"/>
                  <a:pt x="652368" y="2498224"/>
                  <a:pt x="926502" y="2135945"/>
                </a:cubicBezTo>
                <a:cubicBezTo>
                  <a:pt x="1200636" y="1773666"/>
                  <a:pt x="1882499" y="680890"/>
                  <a:pt x="2248589" y="337053"/>
                </a:cubicBezTo>
                <a:cubicBezTo>
                  <a:pt x="2614679" y="-6784"/>
                  <a:pt x="2621620" y="-73256"/>
                  <a:pt x="3123041" y="72922"/>
                </a:cubicBezTo>
                <a:cubicBezTo>
                  <a:pt x="3624462" y="219100"/>
                  <a:pt x="4766106" y="814368"/>
                  <a:pt x="5194656" y="1022867"/>
                </a:cubicBezTo>
                <a:cubicBezTo>
                  <a:pt x="5623206" y="1231366"/>
                  <a:pt x="5545131" y="1230220"/>
                  <a:pt x="5694343" y="1323916"/>
                </a:cubicBezTo>
              </a:path>
            </a:pathLst>
          </a:custGeom>
          <a:ln w="76200">
            <a:solidFill>
              <a:schemeClr val="accent1"/>
            </a:solidFill>
            <a:tailEnd type="stealth" w="lg" len="lg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Freeform 297"/>
          <p:cNvSpPr/>
          <p:nvPr/>
        </p:nvSpPr>
        <p:spPr>
          <a:xfrm>
            <a:off x="1177831" y="4218933"/>
            <a:ext cx="5756801" cy="1965320"/>
          </a:xfrm>
          <a:custGeom>
            <a:avLst/>
            <a:gdLst>
              <a:gd name="connsiteX0" fmla="*/ 0 w 5694343"/>
              <a:gd name="connsiteY0" fmla="*/ 2619358 h 2625922"/>
              <a:gd name="connsiteX1" fmla="*/ 603788 w 5694343"/>
              <a:gd name="connsiteY1" fmla="*/ 2567305 h 2625922"/>
              <a:gd name="connsiteX2" fmla="*/ 926502 w 5694343"/>
              <a:gd name="connsiteY2" fmla="*/ 2192523 h 2625922"/>
              <a:gd name="connsiteX3" fmla="*/ 2394331 w 5694343"/>
              <a:gd name="connsiteY3" fmla="*/ 193682 h 2625922"/>
              <a:gd name="connsiteX4" fmla="*/ 3164681 w 5694343"/>
              <a:gd name="connsiteY4" fmla="*/ 162450 h 2625922"/>
              <a:gd name="connsiteX5" fmla="*/ 4944813 w 5694343"/>
              <a:gd name="connsiteY5" fmla="*/ 943247 h 2625922"/>
              <a:gd name="connsiteX6" fmla="*/ 5694343 w 5694343"/>
              <a:gd name="connsiteY6" fmla="*/ 1338851 h 2625922"/>
              <a:gd name="connsiteX0" fmla="*/ 0 w 5694343"/>
              <a:gd name="connsiteY0" fmla="*/ 2562408 h 2568972"/>
              <a:gd name="connsiteX1" fmla="*/ 603788 w 5694343"/>
              <a:gd name="connsiteY1" fmla="*/ 2510355 h 2568972"/>
              <a:gd name="connsiteX2" fmla="*/ 926502 w 5694343"/>
              <a:gd name="connsiteY2" fmla="*/ 2135573 h 2568972"/>
              <a:gd name="connsiteX3" fmla="*/ 2352690 w 5694343"/>
              <a:gd name="connsiteY3" fmla="*/ 230427 h 2568972"/>
              <a:gd name="connsiteX4" fmla="*/ 3164681 w 5694343"/>
              <a:gd name="connsiteY4" fmla="*/ 105500 h 2568972"/>
              <a:gd name="connsiteX5" fmla="*/ 4944813 w 5694343"/>
              <a:gd name="connsiteY5" fmla="*/ 886297 h 2568972"/>
              <a:gd name="connsiteX6" fmla="*/ 5694343 w 5694343"/>
              <a:gd name="connsiteY6" fmla="*/ 1281901 h 2568972"/>
              <a:gd name="connsiteX0" fmla="*/ 0 w 5694343"/>
              <a:gd name="connsiteY0" fmla="*/ 2578014 h 2584578"/>
              <a:gd name="connsiteX1" fmla="*/ 603788 w 5694343"/>
              <a:gd name="connsiteY1" fmla="*/ 2525961 h 2584578"/>
              <a:gd name="connsiteX2" fmla="*/ 926502 w 5694343"/>
              <a:gd name="connsiteY2" fmla="*/ 2151179 h 2584578"/>
              <a:gd name="connsiteX3" fmla="*/ 2352690 w 5694343"/>
              <a:gd name="connsiteY3" fmla="*/ 246033 h 2584578"/>
              <a:gd name="connsiteX4" fmla="*/ 3164681 w 5694343"/>
              <a:gd name="connsiteY4" fmla="*/ 121106 h 2584578"/>
              <a:gd name="connsiteX5" fmla="*/ 4944813 w 5694343"/>
              <a:gd name="connsiteY5" fmla="*/ 901903 h 2584578"/>
              <a:gd name="connsiteX6" fmla="*/ 5694343 w 5694343"/>
              <a:gd name="connsiteY6" fmla="*/ 1297507 h 2584578"/>
              <a:gd name="connsiteX0" fmla="*/ 0 w 5694343"/>
              <a:gd name="connsiteY0" fmla="*/ 2505055 h 2511619"/>
              <a:gd name="connsiteX1" fmla="*/ 603788 w 5694343"/>
              <a:gd name="connsiteY1" fmla="*/ 2453002 h 2511619"/>
              <a:gd name="connsiteX2" fmla="*/ 926502 w 5694343"/>
              <a:gd name="connsiteY2" fmla="*/ 2078220 h 2511619"/>
              <a:gd name="connsiteX3" fmla="*/ 2352690 w 5694343"/>
              <a:gd name="connsiteY3" fmla="*/ 173074 h 2511619"/>
              <a:gd name="connsiteX4" fmla="*/ 3424934 w 5694343"/>
              <a:gd name="connsiteY4" fmla="*/ 162664 h 2511619"/>
              <a:gd name="connsiteX5" fmla="*/ 4944813 w 5694343"/>
              <a:gd name="connsiteY5" fmla="*/ 828944 h 2511619"/>
              <a:gd name="connsiteX6" fmla="*/ 5694343 w 5694343"/>
              <a:gd name="connsiteY6" fmla="*/ 1224548 h 2511619"/>
              <a:gd name="connsiteX0" fmla="*/ 0 w 5694343"/>
              <a:gd name="connsiteY0" fmla="*/ 2534188 h 2540752"/>
              <a:gd name="connsiteX1" fmla="*/ 603788 w 5694343"/>
              <a:gd name="connsiteY1" fmla="*/ 2482135 h 2540752"/>
              <a:gd name="connsiteX2" fmla="*/ 926502 w 5694343"/>
              <a:gd name="connsiteY2" fmla="*/ 2107353 h 2540752"/>
              <a:gd name="connsiteX3" fmla="*/ 2352690 w 5694343"/>
              <a:gd name="connsiteY3" fmla="*/ 202207 h 2540752"/>
              <a:gd name="connsiteX4" fmla="*/ 3331243 w 5694343"/>
              <a:gd name="connsiteY4" fmla="*/ 129333 h 2540752"/>
              <a:gd name="connsiteX5" fmla="*/ 4944813 w 5694343"/>
              <a:gd name="connsiteY5" fmla="*/ 858077 h 2540752"/>
              <a:gd name="connsiteX6" fmla="*/ 5694343 w 5694343"/>
              <a:gd name="connsiteY6" fmla="*/ 1253681 h 2540752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55469 h 2542540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97112 h 2542540"/>
              <a:gd name="connsiteX0" fmla="*/ 0 w 5694343"/>
              <a:gd name="connsiteY0" fmla="*/ 2539594 h 2546158"/>
              <a:gd name="connsiteX1" fmla="*/ 603788 w 5694343"/>
              <a:gd name="connsiteY1" fmla="*/ 2487541 h 2546158"/>
              <a:gd name="connsiteX2" fmla="*/ 926502 w 5694343"/>
              <a:gd name="connsiteY2" fmla="*/ 2112759 h 2546158"/>
              <a:gd name="connsiteX3" fmla="*/ 2352690 w 5694343"/>
              <a:gd name="connsiteY3" fmla="*/ 207613 h 2546158"/>
              <a:gd name="connsiteX4" fmla="*/ 3331243 w 5694343"/>
              <a:gd name="connsiteY4" fmla="*/ 134739 h 2546158"/>
              <a:gd name="connsiteX5" fmla="*/ 5205067 w 5694343"/>
              <a:gd name="connsiteY5" fmla="*/ 957179 h 2546158"/>
              <a:gd name="connsiteX6" fmla="*/ 5694343 w 5694343"/>
              <a:gd name="connsiteY6" fmla="*/ 1300730 h 2546158"/>
              <a:gd name="connsiteX0" fmla="*/ 0 w 5694343"/>
              <a:gd name="connsiteY0" fmla="*/ 2556822 h 2563386"/>
              <a:gd name="connsiteX1" fmla="*/ 603788 w 5694343"/>
              <a:gd name="connsiteY1" fmla="*/ 2504769 h 2563386"/>
              <a:gd name="connsiteX2" fmla="*/ 926502 w 5694343"/>
              <a:gd name="connsiteY2" fmla="*/ 2129987 h 2563386"/>
              <a:gd name="connsiteX3" fmla="*/ 2352690 w 5694343"/>
              <a:gd name="connsiteY3" fmla="*/ 224841 h 2563386"/>
              <a:gd name="connsiteX4" fmla="*/ 3258373 w 5694343"/>
              <a:gd name="connsiteY4" fmla="*/ 120091 h 2563386"/>
              <a:gd name="connsiteX5" fmla="*/ 5205067 w 5694343"/>
              <a:gd name="connsiteY5" fmla="*/ 974407 h 2563386"/>
              <a:gd name="connsiteX6" fmla="*/ 5694343 w 5694343"/>
              <a:gd name="connsiteY6" fmla="*/ 1317958 h 2563386"/>
              <a:gd name="connsiteX0" fmla="*/ 0 w 5694343"/>
              <a:gd name="connsiteY0" fmla="*/ 2505439 h 2512003"/>
              <a:gd name="connsiteX1" fmla="*/ 603788 w 5694343"/>
              <a:gd name="connsiteY1" fmla="*/ 2453386 h 2512003"/>
              <a:gd name="connsiteX2" fmla="*/ 926502 w 5694343"/>
              <a:gd name="connsiteY2" fmla="*/ 2078604 h 2512003"/>
              <a:gd name="connsiteX3" fmla="*/ 2248589 w 5694343"/>
              <a:gd name="connsiteY3" fmla="*/ 279712 h 2512003"/>
              <a:gd name="connsiteX4" fmla="*/ 3258373 w 5694343"/>
              <a:gd name="connsiteY4" fmla="*/ 68708 h 2512003"/>
              <a:gd name="connsiteX5" fmla="*/ 5205067 w 5694343"/>
              <a:gd name="connsiteY5" fmla="*/ 923024 h 2512003"/>
              <a:gd name="connsiteX6" fmla="*/ 5694343 w 5694343"/>
              <a:gd name="connsiteY6" fmla="*/ 1266575 h 2512003"/>
              <a:gd name="connsiteX0" fmla="*/ 0 w 5694343"/>
              <a:gd name="connsiteY0" fmla="*/ 2517653 h 2524217"/>
              <a:gd name="connsiteX1" fmla="*/ 603788 w 5694343"/>
              <a:gd name="connsiteY1" fmla="*/ 2465600 h 2524217"/>
              <a:gd name="connsiteX2" fmla="*/ 926502 w 5694343"/>
              <a:gd name="connsiteY2" fmla="*/ 2090818 h 2524217"/>
              <a:gd name="connsiteX3" fmla="*/ 2248589 w 5694343"/>
              <a:gd name="connsiteY3" fmla="*/ 291926 h 2524217"/>
              <a:gd name="connsiteX4" fmla="*/ 3258373 w 5694343"/>
              <a:gd name="connsiteY4" fmla="*/ 80922 h 2524217"/>
              <a:gd name="connsiteX5" fmla="*/ 5205067 w 5694343"/>
              <a:gd name="connsiteY5" fmla="*/ 935238 h 2524217"/>
              <a:gd name="connsiteX6" fmla="*/ 5694343 w 5694343"/>
              <a:gd name="connsiteY6" fmla="*/ 1278789 h 2524217"/>
              <a:gd name="connsiteX0" fmla="*/ 0 w 5694343"/>
              <a:gd name="connsiteY0" fmla="*/ 2520671 h 2527235"/>
              <a:gd name="connsiteX1" fmla="*/ 603788 w 5694343"/>
              <a:gd name="connsiteY1" fmla="*/ 2468618 h 2527235"/>
              <a:gd name="connsiteX2" fmla="*/ 926502 w 5694343"/>
              <a:gd name="connsiteY2" fmla="*/ 2093836 h 2527235"/>
              <a:gd name="connsiteX3" fmla="*/ 2248589 w 5694343"/>
              <a:gd name="connsiteY3" fmla="*/ 294944 h 2527235"/>
              <a:gd name="connsiteX4" fmla="*/ 3258373 w 5694343"/>
              <a:gd name="connsiteY4" fmla="*/ 83940 h 2527235"/>
              <a:gd name="connsiteX5" fmla="*/ 5194656 w 5694343"/>
              <a:gd name="connsiteY5" fmla="*/ 980758 h 2527235"/>
              <a:gd name="connsiteX6" fmla="*/ 5694343 w 5694343"/>
              <a:gd name="connsiteY6" fmla="*/ 1281807 h 2527235"/>
              <a:gd name="connsiteX0" fmla="*/ 0 w 5694343"/>
              <a:gd name="connsiteY0" fmla="*/ 2486255 h 2492819"/>
              <a:gd name="connsiteX1" fmla="*/ 603788 w 5694343"/>
              <a:gd name="connsiteY1" fmla="*/ 2434202 h 2492819"/>
              <a:gd name="connsiteX2" fmla="*/ 926502 w 5694343"/>
              <a:gd name="connsiteY2" fmla="*/ 2059420 h 2492819"/>
              <a:gd name="connsiteX3" fmla="*/ 2248589 w 5694343"/>
              <a:gd name="connsiteY3" fmla="*/ 260528 h 2492819"/>
              <a:gd name="connsiteX4" fmla="*/ 3258373 w 5694343"/>
              <a:gd name="connsiteY4" fmla="*/ 81400 h 2492819"/>
              <a:gd name="connsiteX5" fmla="*/ 5194656 w 5694343"/>
              <a:gd name="connsiteY5" fmla="*/ 946342 h 2492819"/>
              <a:gd name="connsiteX6" fmla="*/ 5694343 w 5694343"/>
              <a:gd name="connsiteY6" fmla="*/ 1247391 h 2492819"/>
              <a:gd name="connsiteX0" fmla="*/ 0 w 5694343"/>
              <a:gd name="connsiteY0" fmla="*/ 2548617 h 2555181"/>
              <a:gd name="connsiteX1" fmla="*/ 603788 w 5694343"/>
              <a:gd name="connsiteY1" fmla="*/ 2496564 h 2555181"/>
              <a:gd name="connsiteX2" fmla="*/ 926502 w 5694343"/>
              <a:gd name="connsiteY2" fmla="*/ 2121782 h 2555181"/>
              <a:gd name="connsiteX3" fmla="*/ 2248589 w 5694343"/>
              <a:gd name="connsiteY3" fmla="*/ 322890 h 2555181"/>
              <a:gd name="connsiteX4" fmla="*/ 3123041 w 5694343"/>
              <a:gd name="connsiteY4" fmla="*/ 58759 h 2555181"/>
              <a:gd name="connsiteX5" fmla="*/ 5194656 w 5694343"/>
              <a:gd name="connsiteY5" fmla="*/ 1008704 h 2555181"/>
              <a:gd name="connsiteX6" fmla="*/ 5694343 w 5694343"/>
              <a:gd name="connsiteY6" fmla="*/ 1309753 h 2555181"/>
              <a:gd name="connsiteX0" fmla="*/ 0 w 5694343"/>
              <a:gd name="connsiteY0" fmla="*/ 2567501 h 2574065"/>
              <a:gd name="connsiteX1" fmla="*/ 603788 w 5694343"/>
              <a:gd name="connsiteY1" fmla="*/ 2515448 h 2574065"/>
              <a:gd name="connsiteX2" fmla="*/ 926502 w 5694343"/>
              <a:gd name="connsiteY2" fmla="*/ 2140666 h 2574065"/>
              <a:gd name="connsiteX3" fmla="*/ 2248589 w 5694343"/>
              <a:gd name="connsiteY3" fmla="*/ 341774 h 2574065"/>
              <a:gd name="connsiteX4" fmla="*/ 3123041 w 5694343"/>
              <a:gd name="connsiteY4" fmla="*/ 77643 h 2574065"/>
              <a:gd name="connsiteX5" fmla="*/ 5194656 w 5694343"/>
              <a:gd name="connsiteY5" fmla="*/ 1027588 h 2574065"/>
              <a:gd name="connsiteX6" fmla="*/ 5694343 w 5694343"/>
              <a:gd name="connsiteY6" fmla="*/ 1328637 h 2574065"/>
              <a:gd name="connsiteX0" fmla="*/ 0 w 5694343"/>
              <a:gd name="connsiteY0" fmla="*/ 2539176 h 2545740"/>
              <a:gd name="connsiteX1" fmla="*/ 603788 w 5694343"/>
              <a:gd name="connsiteY1" fmla="*/ 2487123 h 2545740"/>
              <a:gd name="connsiteX2" fmla="*/ 926502 w 5694343"/>
              <a:gd name="connsiteY2" fmla="*/ 2112341 h 2545740"/>
              <a:gd name="connsiteX3" fmla="*/ 2248589 w 5694343"/>
              <a:gd name="connsiteY3" fmla="*/ 313449 h 2545740"/>
              <a:gd name="connsiteX4" fmla="*/ 3123041 w 5694343"/>
              <a:gd name="connsiteY4" fmla="*/ 49318 h 2545740"/>
              <a:gd name="connsiteX5" fmla="*/ 5194656 w 5694343"/>
              <a:gd name="connsiteY5" fmla="*/ 999263 h 2545740"/>
              <a:gd name="connsiteX6" fmla="*/ 5694343 w 5694343"/>
              <a:gd name="connsiteY6" fmla="*/ 1300312 h 2545740"/>
              <a:gd name="connsiteX0" fmla="*/ 0 w 5694343"/>
              <a:gd name="connsiteY0" fmla="*/ 2562780 h 2569344"/>
              <a:gd name="connsiteX1" fmla="*/ 603788 w 5694343"/>
              <a:gd name="connsiteY1" fmla="*/ 2510727 h 2569344"/>
              <a:gd name="connsiteX2" fmla="*/ 926502 w 5694343"/>
              <a:gd name="connsiteY2" fmla="*/ 2135945 h 2569344"/>
              <a:gd name="connsiteX3" fmla="*/ 2248589 w 5694343"/>
              <a:gd name="connsiteY3" fmla="*/ 337053 h 2569344"/>
              <a:gd name="connsiteX4" fmla="*/ 3123041 w 5694343"/>
              <a:gd name="connsiteY4" fmla="*/ 72922 h 2569344"/>
              <a:gd name="connsiteX5" fmla="*/ 5194656 w 5694343"/>
              <a:gd name="connsiteY5" fmla="*/ 1022867 h 2569344"/>
              <a:gd name="connsiteX6" fmla="*/ 5694343 w 5694343"/>
              <a:gd name="connsiteY6" fmla="*/ 1323916 h 2569344"/>
              <a:gd name="connsiteX0" fmla="*/ 0 w 5694343"/>
              <a:gd name="connsiteY0" fmla="*/ 2496799 h 2503363"/>
              <a:gd name="connsiteX1" fmla="*/ 603788 w 5694343"/>
              <a:gd name="connsiteY1" fmla="*/ 2444746 h 2503363"/>
              <a:gd name="connsiteX2" fmla="*/ 926502 w 5694343"/>
              <a:gd name="connsiteY2" fmla="*/ 2069964 h 2503363"/>
              <a:gd name="connsiteX3" fmla="*/ 2612943 w 5694343"/>
              <a:gd name="connsiteY3" fmla="*/ 1503613 h 2503363"/>
              <a:gd name="connsiteX4" fmla="*/ 3123041 w 5694343"/>
              <a:gd name="connsiteY4" fmla="*/ 6941 h 2503363"/>
              <a:gd name="connsiteX5" fmla="*/ 5194656 w 5694343"/>
              <a:gd name="connsiteY5" fmla="*/ 956886 h 2503363"/>
              <a:gd name="connsiteX6" fmla="*/ 5694343 w 5694343"/>
              <a:gd name="connsiteY6" fmla="*/ 1257935 h 2503363"/>
              <a:gd name="connsiteX0" fmla="*/ 0 w 5694343"/>
              <a:gd name="connsiteY0" fmla="*/ 2496799 h 2501246"/>
              <a:gd name="connsiteX1" fmla="*/ 603788 w 5694343"/>
              <a:gd name="connsiteY1" fmla="*/ 2444746 h 2501246"/>
              <a:gd name="connsiteX2" fmla="*/ 1290857 w 5694343"/>
              <a:gd name="connsiteY2" fmla="*/ 2133716 h 2501246"/>
              <a:gd name="connsiteX3" fmla="*/ 2612943 w 5694343"/>
              <a:gd name="connsiteY3" fmla="*/ 1503613 h 2501246"/>
              <a:gd name="connsiteX4" fmla="*/ 3123041 w 5694343"/>
              <a:gd name="connsiteY4" fmla="*/ 6941 h 2501246"/>
              <a:gd name="connsiteX5" fmla="*/ 5194656 w 5694343"/>
              <a:gd name="connsiteY5" fmla="*/ 956886 h 2501246"/>
              <a:gd name="connsiteX6" fmla="*/ 5694343 w 5694343"/>
              <a:gd name="connsiteY6" fmla="*/ 1257935 h 2501246"/>
              <a:gd name="connsiteX0" fmla="*/ 0 w 5756803"/>
              <a:gd name="connsiteY0" fmla="*/ 2231166 h 2445601"/>
              <a:gd name="connsiteX1" fmla="*/ 666248 w 5756803"/>
              <a:gd name="connsiteY1" fmla="*/ 2444746 h 2445601"/>
              <a:gd name="connsiteX2" fmla="*/ 1353317 w 5756803"/>
              <a:gd name="connsiteY2" fmla="*/ 2133716 h 2445601"/>
              <a:gd name="connsiteX3" fmla="*/ 2675403 w 5756803"/>
              <a:gd name="connsiteY3" fmla="*/ 1503613 h 2445601"/>
              <a:gd name="connsiteX4" fmla="*/ 3185501 w 5756803"/>
              <a:gd name="connsiteY4" fmla="*/ 6941 h 2445601"/>
              <a:gd name="connsiteX5" fmla="*/ 5257116 w 5756803"/>
              <a:gd name="connsiteY5" fmla="*/ 956886 h 2445601"/>
              <a:gd name="connsiteX6" fmla="*/ 5756803 w 5756803"/>
              <a:gd name="connsiteY6" fmla="*/ 1257935 h 2445601"/>
              <a:gd name="connsiteX0" fmla="*/ 0 w 5756803"/>
              <a:gd name="connsiteY0" fmla="*/ 2231166 h 2435017"/>
              <a:gd name="connsiteX1" fmla="*/ 562146 w 5756803"/>
              <a:gd name="connsiteY1" fmla="*/ 2434121 h 2435017"/>
              <a:gd name="connsiteX2" fmla="*/ 1353317 w 5756803"/>
              <a:gd name="connsiteY2" fmla="*/ 2133716 h 2435017"/>
              <a:gd name="connsiteX3" fmla="*/ 2675403 w 5756803"/>
              <a:gd name="connsiteY3" fmla="*/ 1503613 h 2435017"/>
              <a:gd name="connsiteX4" fmla="*/ 3185501 w 5756803"/>
              <a:gd name="connsiteY4" fmla="*/ 6941 h 2435017"/>
              <a:gd name="connsiteX5" fmla="*/ 5257116 w 5756803"/>
              <a:gd name="connsiteY5" fmla="*/ 956886 h 2435017"/>
              <a:gd name="connsiteX6" fmla="*/ 5756803 w 5756803"/>
              <a:gd name="connsiteY6" fmla="*/ 1257935 h 2435017"/>
              <a:gd name="connsiteX0" fmla="*/ 0 w 5756803"/>
              <a:gd name="connsiteY0" fmla="*/ 2103663 h 2434242"/>
              <a:gd name="connsiteX1" fmla="*/ 562146 w 5756803"/>
              <a:gd name="connsiteY1" fmla="*/ 2434121 h 2434242"/>
              <a:gd name="connsiteX2" fmla="*/ 1353317 w 5756803"/>
              <a:gd name="connsiteY2" fmla="*/ 2133716 h 2434242"/>
              <a:gd name="connsiteX3" fmla="*/ 2675403 w 5756803"/>
              <a:gd name="connsiteY3" fmla="*/ 1503613 h 2434242"/>
              <a:gd name="connsiteX4" fmla="*/ 3185501 w 5756803"/>
              <a:gd name="connsiteY4" fmla="*/ 6941 h 2434242"/>
              <a:gd name="connsiteX5" fmla="*/ 5257116 w 5756803"/>
              <a:gd name="connsiteY5" fmla="*/ 956886 h 2434242"/>
              <a:gd name="connsiteX6" fmla="*/ 5756803 w 5756803"/>
              <a:gd name="connsiteY6" fmla="*/ 1257935 h 2434242"/>
              <a:gd name="connsiteX0" fmla="*/ 0 w 5756803"/>
              <a:gd name="connsiteY0" fmla="*/ 2103177 h 2433759"/>
              <a:gd name="connsiteX1" fmla="*/ 562146 w 5756803"/>
              <a:gd name="connsiteY1" fmla="*/ 2433635 h 2433759"/>
              <a:gd name="connsiteX2" fmla="*/ 1353317 w 5756803"/>
              <a:gd name="connsiteY2" fmla="*/ 2133230 h 2433759"/>
              <a:gd name="connsiteX3" fmla="*/ 2623352 w 5756803"/>
              <a:gd name="connsiteY3" fmla="*/ 1481876 h 2433759"/>
              <a:gd name="connsiteX4" fmla="*/ 3185501 w 5756803"/>
              <a:gd name="connsiteY4" fmla="*/ 6455 h 2433759"/>
              <a:gd name="connsiteX5" fmla="*/ 5257116 w 5756803"/>
              <a:gd name="connsiteY5" fmla="*/ 956400 h 2433759"/>
              <a:gd name="connsiteX6" fmla="*/ 5756803 w 5756803"/>
              <a:gd name="connsiteY6" fmla="*/ 1257449 h 2433759"/>
              <a:gd name="connsiteX0" fmla="*/ 0 w 5746392"/>
              <a:gd name="connsiteY0" fmla="*/ 2220056 h 2434322"/>
              <a:gd name="connsiteX1" fmla="*/ 551735 w 5746392"/>
              <a:gd name="connsiteY1" fmla="*/ 2433635 h 2434322"/>
              <a:gd name="connsiteX2" fmla="*/ 1342906 w 5746392"/>
              <a:gd name="connsiteY2" fmla="*/ 2133230 h 2434322"/>
              <a:gd name="connsiteX3" fmla="*/ 2612941 w 5746392"/>
              <a:gd name="connsiteY3" fmla="*/ 1481876 h 2434322"/>
              <a:gd name="connsiteX4" fmla="*/ 3175090 w 5746392"/>
              <a:gd name="connsiteY4" fmla="*/ 6455 h 2434322"/>
              <a:gd name="connsiteX5" fmla="*/ 5246705 w 5746392"/>
              <a:gd name="connsiteY5" fmla="*/ 956400 h 2434322"/>
              <a:gd name="connsiteX6" fmla="*/ 5746392 w 5746392"/>
              <a:gd name="connsiteY6" fmla="*/ 1257449 h 2434322"/>
              <a:gd name="connsiteX0" fmla="*/ 0 w 5746392"/>
              <a:gd name="connsiteY0" fmla="*/ 2220056 h 2434527"/>
              <a:gd name="connsiteX1" fmla="*/ 551735 w 5746392"/>
              <a:gd name="connsiteY1" fmla="*/ 2433635 h 2434527"/>
              <a:gd name="connsiteX2" fmla="*/ 1342906 w 5746392"/>
              <a:gd name="connsiteY2" fmla="*/ 2133230 h 2434527"/>
              <a:gd name="connsiteX3" fmla="*/ 2612941 w 5746392"/>
              <a:gd name="connsiteY3" fmla="*/ 1481876 h 2434527"/>
              <a:gd name="connsiteX4" fmla="*/ 3175090 w 5746392"/>
              <a:gd name="connsiteY4" fmla="*/ 6455 h 2434527"/>
              <a:gd name="connsiteX5" fmla="*/ 5246705 w 5746392"/>
              <a:gd name="connsiteY5" fmla="*/ 956400 h 2434527"/>
              <a:gd name="connsiteX6" fmla="*/ 5746392 w 5746392"/>
              <a:gd name="connsiteY6" fmla="*/ 1257449 h 2434527"/>
              <a:gd name="connsiteX0" fmla="*/ 0 w 5746392"/>
              <a:gd name="connsiteY0" fmla="*/ 1270439 h 1484910"/>
              <a:gd name="connsiteX1" fmla="*/ 551735 w 5746392"/>
              <a:gd name="connsiteY1" fmla="*/ 1484018 h 1484910"/>
              <a:gd name="connsiteX2" fmla="*/ 1342906 w 5746392"/>
              <a:gd name="connsiteY2" fmla="*/ 1183613 h 1484910"/>
              <a:gd name="connsiteX3" fmla="*/ 2612941 w 5746392"/>
              <a:gd name="connsiteY3" fmla="*/ 532259 h 1484910"/>
              <a:gd name="connsiteX4" fmla="*/ 3320832 w 5746392"/>
              <a:gd name="connsiteY4" fmla="*/ 618765 h 1484910"/>
              <a:gd name="connsiteX5" fmla="*/ 5246705 w 5746392"/>
              <a:gd name="connsiteY5" fmla="*/ 6783 h 1484910"/>
              <a:gd name="connsiteX6" fmla="*/ 5746392 w 5746392"/>
              <a:gd name="connsiteY6" fmla="*/ 307832 h 1484910"/>
              <a:gd name="connsiteX0" fmla="*/ 0 w 5746392"/>
              <a:gd name="connsiteY0" fmla="*/ 1270439 h 1484910"/>
              <a:gd name="connsiteX1" fmla="*/ 551735 w 5746392"/>
              <a:gd name="connsiteY1" fmla="*/ 1484018 h 1484910"/>
              <a:gd name="connsiteX2" fmla="*/ 1342906 w 5746392"/>
              <a:gd name="connsiteY2" fmla="*/ 1183613 h 1484910"/>
              <a:gd name="connsiteX3" fmla="*/ 2425559 w 5746392"/>
              <a:gd name="connsiteY3" fmla="*/ 712890 h 1484910"/>
              <a:gd name="connsiteX4" fmla="*/ 3320832 w 5746392"/>
              <a:gd name="connsiteY4" fmla="*/ 618765 h 1484910"/>
              <a:gd name="connsiteX5" fmla="*/ 5246705 w 5746392"/>
              <a:gd name="connsiteY5" fmla="*/ 6783 h 1484910"/>
              <a:gd name="connsiteX6" fmla="*/ 5746392 w 5746392"/>
              <a:gd name="connsiteY6" fmla="*/ 307832 h 1484910"/>
              <a:gd name="connsiteX0" fmla="*/ 0 w 5746392"/>
              <a:gd name="connsiteY0" fmla="*/ 1511770 h 1726241"/>
              <a:gd name="connsiteX1" fmla="*/ 551735 w 5746392"/>
              <a:gd name="connsiteY1" fmla="*/ 1725349 h 1726241"/>
              <a:gd name="connsiteX2" fmla="*/ 1342906 w 5746392"/>
              <a:gd name="connsiteY2" fmla="*/ 1424944 h 1726241"/>
              <a:gd name="connsiteX3" fmla="*/ 2425559 w 5746392"/>
              <a:gd name="connsiteY3" fmla="*/ 954221 h 1726241"/>
              <a:gd name="connsiteX4" fmla="*/ 3320832 w 5746392"/>
              <a:gd name="connsiteY4" fmla="*/ 860096 h 1726241"/>
              <a:gd name="connsiteX5" fmla="*/ 5142604 w 5746392"/>
              <a:gd name="connsiteY5" fmla="*/ 3731 h 1726241"/>
              <a:gd name="connsiteX6" fmla="*/ 5746392 w 5746392"/>
              <a:gd name="connsiteY6" fmla="*/ 549163 h 1726241"/>
              <a:gd name="connsiteX0" fmla="*/ 0 w 5808852"/>
              <a:gd name="connsiteY0" fmla="*/ 1777433 h 1991904"/>
              <a:gd name="connsiteX1" fmla="*/ 551735 w 5808852"/>
              <a:gd name="connsiteY1" fmla="*/ 1991012 h 1991904"/>
              <a:gd name="connsiteX2" fmla="*/ 1342906 w 5808852"/>
              <a:gd name="connsiteY2" fmla="*/ 1690607 h 1991904"/>
              <a:gd name="connsiteX3" fmla="*/ 2425559 w 5808852"/>
              <a:gd name="connsiteY3" fmla="*/ 1219884 h 1991904"/>
              <a:gd name="connsiteX4" fmla="*/ 3320832 w 5808852"/>
              <a:gd name="connsiteY4" fmla="*/ 1125759 h 1991904"/>
              <a:gd name="connsiteX5" fmla="*/ 5142604 w 5808852"/>
              <a:gd name="connsiteY5" fmla="*/ 269394 h 1991904"/>
              <a:gd name="connsiteX6" fmla="*/ 5808852 w 5808852"/>
              <a:gd name="connsiteY6" fmla="*/ 28549 h 1991904"/>
              <a:gd name="connsiteX0" fmla="*/ 0 w 5808852"/>
              <a:gd name="connsiteY0" fmla="*/ 1748884 h 1963355"/>
              <a:gd name="connsiteX1" fmla="*/ 551735 w 5808852"/>
              <a:gd name="connsiteY1" fmla="*/ 1962463 h 1963355"/>
              <a:gd name="connsiteX2" fmla="*/ 1342906 w 5808852"/>
              <a:gd name="connsiteY2" fmla="*/ 1662058 h 1963355"/>
              <a:gd name="connsiteX3" fmla="*/ 2425559 w 5808852"/>
              <a:gd name="connsiteY3" fmla="*/ 1191335 h 1963355"/>
              <a:gd name="connsiteX4" fmla="*/ 3320832 w 5808852"/>
              <a:gd name="connsiteY4" fmla="*/ 1097210 h 1963355"/>
              <a:gd name="connsiteX5" fmla="*/ 5142604 w 5808852"/>
              <a:gd name="connsiteY5" fmla="*/ 240845 h 1963355"/>
              <a:gd name="connsiteX6" fmla="*/ 5808852 w 5808852"/>
              <a:gd name="connsiteY6" fmla="*/ 0 h 1963355"/>
              <a:gd name="connsiteX0" fmla="*/ 0 w 5756801"/>
              <a:gd name="connsiteY0" fmla="*/ 1791385 h 2005856"/>
              <a:gd name="connsiteX1" fmla="*/ 551735 w 5756801"/>
              <a:gd name="connsiteY1" fmla="*/ 2004964 h 2005856"/>
              <a:gd name="connsiteX2" fmla="*/ 1342906 w 5756801"/>
              <a:gd name="connsiteY2" fmla="*/ 1704559 h 2005856"/>
              <a:gd name="connsiteX3" fmla="*/ 2425559 w 5756801"/>
              <a:gd name="connsiteY3" fmla="*/ 1233836 h 2005856"/>
              <a:gd name="connsiteX4" fmla="*/ 3320832 w 5756801"/>
              <a:gd name="connsiteY4" fmla="*/ 1139711 h 2005856"/>
              <a:gd name="connsiteX5" fmla="*/ 5142604 w 5756801"/>
              <a:gd name="connsiteY5" fmla="*/ 283346 h 2005856"/>
              <a:gd name="connsiteX6" fmla="*/ 5756801 w 5756801"/>
              <a:gd name="connsiteY6" fmla="*/ 0 h 2005856"/>
              <a:gd name="connsiteX0" fmla="*/ 0 w 5756801"/>
              <a:gd name="connsiteY0" fmla="*/ 1791385 h 2005856"/>
              <a:gd name="connsiteX1" fmla="*/ 551735 w 5756801"/>
              <a:gd name="connsiteY1" fmla="*/ 2004964 h 2005856"/>
              <a:gd name="connsiteX2" fmla="*/ 1342906 w 5756801"/>
              <a:gd name="connsiteY2" fmla="*/ 1704559 h 2005856"/>
              <a:gd name="connsiteX3" fmla="*/ 2300638 w 5756801"/>
              <a:gd name="connsiteY3" fmla="*/ 1308213 h 2005856"/>
              <a:gd name="connsiteX4" fmla="*/ 3320832 w 5756801"/>
              <a:gd name="connsiteY4" fmla="*/ 1139711 h 2005856"/>
              <a:gd name="connsiteX5" fmla="*/ 5142604 w 5756801"/>
              <a:gd name="connsiteY5" fmla="*/ 283346 h 2005856"/>
              <a:gd name="connsiteX6" fmla="*/ 5756801 w 5756801"/>
              <a:gd name="connsiteY6" fmla="*/ 0 h 2005856"/>
              <a:gd name="connsiteX0" fmla="*/ 0 w 5756801"/>
              <a:gd name="connsiteY0" fmla="*/ 1791385 h 2005856"/>
              <a:gd name="connsiteX1" fmla="*/ 551735 w 5756801"/>
              <a:gd name="connsiteY1" fmla="*/ 2004964 h 2005856"/>
              <a:gd name="connsiteX2" fmla="*/ 1342906 w 5756801"/>
              <a:gd name="connsiteY2" fmla="*/ 1704559 h 2005856"/>
              <a:gd name="connsiteX3" fmla="*/ 2383919 w 5756801"/>
              <a:gd name="connsiteY3" fmla="*/ 1255087 h 2005856"/>
              <a:gd name="connsiteX4" fmla="*/ 3320832 w 5756801"/>
              <a:gd name="connsiteY4" fmla="*/ 1139711 h 2005856"/>
              <a:gd name="connsiteX5" fmla="*/ 5142604 w 5756801"/>
              <a:gd name="connsiteY5" fmla="*/ 283346 h 2005856"/>
              <a:gd name="connsiteX6" fmla="*/ 5756801 w 5756801"/>
              <a:gd name="connsiteY6" fmla="*/ 0 h 2005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56801" h="2005856">
                <a:moveTo>
                  <a:pt x="0" y="1791385"/>
                </a:moveTo>
                <a:cubicBezTo>
                  <a:pt x="224685" y="1854054"/>
                  <a:pt x="327917" y="2019435"/>
                  <a:pt x="551735" y="2004964"/>
                </a:cubicBezTo>
                <a:cubicBezTo>
                  <a:pt x="775553" y="1990493"/>
                  <a:pt x="1037542" y="1829538"/>
                  <a:pt x="1342906" y="1704559"/>
                </a:cubicBezTo>
                <a:cubicBezTo>
                  <a:pt x="1648270" y="1579580"/>
                  <a:pt x="2054265" y="1349228"/>
                  <a:pt x="2383919" y="1255087"/>
                </a:cubicBezTo>
                <a:cubicBezTo>
                  <a:pt x="2713573" y="1160946"/>
                  <a:pt x="2861051" y="1301668"/>
                  <a:pt x="3320832" y="1139711"/>
                </a:cubicBezTo>
                <a:cubicBezTo>
                  <a:pt x="3780613" y="977754"/>
                  <a:pt x="4736609" y="473298"/>
                  <a:pt x="5142604" y="283346"/>
                </a:cubicBezTo>
                <a:cubicBezTo>
                  <a:pt x="5548599" y="93394"/>
                  <a:pt x="5597179" y="140062"/>
                  <a:pt x="5756801" y="0"/>
                </a:cubicBezTo>
              </a:path>
            </a:pathLst>
          </a:custGeom>
          <a:ln w="76200">
            <a:solidFill>
              <a:schemeClr val="accent1"/>
            </a:solidFill>
            <a:tailEnd type="stealth" w="lg" len="lg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TextBox 298"/>
          <p:cNvSpPr txBox="1"/>
          <p:nvPr/>
        </p:nvSpPr>
        <p:spPr>
          <a:xfrm>
            <a:off x="2296680" y="40386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33CC"/>
                </a:solidFill>
              </a:rPr>
              <a:t>5</a:t>
            </a:r>
            <a:endParaRPr lang="en-US" sz="2400" b="1" dirty="0">
              <a:solidFill>
                <a:srgbClr val="0033CC"/>
              </a:solidFill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3134880" y="5481935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33CC"/>
                </a:solidFill>
              </a:rPr>
              <a:t>15</a:t>
            </a:r>
            <a:endParaRPr lang="en-US" sz="2400" b="1" dirty="0">
              <a:solidFill>
                <a:srgbClr val="0033CC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06417" y="2491711"/>
            <a:ext cx="539212" cy="3362070"/>
            <a:chOff x="440977" y="2657730"/>
            <a:chExt cx="539212" cy="336207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446789" y="2657730"/>
              <a:ext cx="533400" cy="0"/>
            </a:xfrm>
            <a:prstGeom prst="line">
              <a:avLst/>
            </a:prstGeom>
            <a:ln w="76200">
              <a:solidFill>
                <a:srgbClr val="BD0A12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/>
            <p:cNvCxnSpPr/>
            <p:nvPr/>
          </p:nvCxnSpPr>
          <p:spPr>
            <a:xfrm>
              <a:off x="440977" y="6019800"/>
              <a:ext cx="533400" cy="0"/>
            </a:xfrm>
            <a:prstGeom prst="line">
              <a:avLst/>
            </a:prstGeom>
            <a:ln w="76200">
              <a:solidFill>
                <a:srgbClr val="0033CC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5" name="Freeform 684"/>
          <p:cNvSpPr/>
          <p:nvPr/>
        </p:nvSpPr>
        <p:spPr>
          <a:xfrm>
            <a:off x="1229446" y="3699677"/>
            <a:ext cx="5694343" cy="2517419"/>
          </a:xfrm>
          <a:custGeom>
            <a:avLst/>
            <a:gdLst>
              <a:gd name="connsiteX0" fmla="*/ 0 w 5694343"/>
              <a:gd name="connsiteY0" fmla="*/ 2619358 h 2625922"/>
              <a:gd name="connsiteX1" fmla="*/ 603788 w 5694343"/>
              <a:gd name="connsiteY1" fmla="*/ 2567305 h 2625922"/>
              <a:gd name="connsiteX2" fmla="*/ 926502 w 5694343"/>
              <a:gd name="connsiteY2" fmla="*/ 2192523 h 2625922"/>
              <a:gd name="connsiteX3" fmla="*/ 2394331 w 5694343"/>
              <a:gd name="connsiteY3" fmla="*/ 193682 h 2625922"/>
              <a:gd name="connsiteX4" fmla="*/ 3164681 w 5694343"/>
              <a:gd name="connsiteY4" fmla="*/ 162450 h 2625922"/>
              <a:gd name="connsiteX5" fmla="*/ 4944813 w 5694343"/>
              <a:gd name="connsiteY5" fmla="*/ 943247 h 2625922"/>
              <a:gd name="connsiteX6" fmla="*/ 5694343 w 5694343"/>
              <a:gd name="connsiteY6" fmla="*/ 1338851 h 2625922"/>
              <a:gd name="connsiteX0" fmla="*/ 0 w 5694343"/>
              <a:gd name="connsiteY0" fmla="*/ 2562408 h 2568972"/>
              <a:gd name="connsiteX1" fmla="*/ 603788 w 5694343"/>
              <a:gd name="connsiteY1" fmla="*/ 2510355 h 2568972"/>
              <a:gd name="connsiteX2" fmla="*/ 926502 w 5694343"/>
              <a:gd name="connsiteY2" fmla="*/ 2135573 h 2568972"/>
              <a:gd name="connsiteX3" fmla="*/ 2352690 w 5694343"/>
              <a:gd name="connsiteY3" fmla="*/ 230427 h 2568972"/>
              <a:gd name="connsiteX4" fmla="*/ 3164681 w 5694343"/>
              <a:gd name="connsiteY4" fmla="*/ 105500 h 2568972"/>
              <a:gd name="connsiteX5" fmla="*/ 4944813 w 5694343"/>
              <a:gd name="connsiteY5" fmla="*/ 886297 h 2568972"/>
              <a:gd name="connsiteX6" fmla="*/ 5694343 w 5694343"/>
              <a:gd name="connsiteY6" fmla="*/ 1281901 h 2568972"/>
              <a:gd name="connsiteX0" fmla="*/ 0 w 5694343"/>
              <a:gd name="connsiteY0" fmla="*/ 2578014 h 2584578"/>
              <a:gd name="connsiteX1" fmla="*/ 603788 w 5694343"/>
              <a:gd name="connsiteY1" fmla="*/ 2525961 h 2584578"/>
              <a:gd name="connsiteX2" fmla="*/ 926502 w 5694343"/>
              <a:gd name="connsiteY2" fmla="*/ 2151179 h 2584578"/>
              <a:gd name="connsiteX3" fmla="*/ 2352690 w 5694343"/>
              <a:gd name="connsiteY3" fmla="*/ 246033 h 2584578"/>
              <a:gd name="connsiteX4" fmla="*/ 3164681 w 5694343"/>
              <a:gd name="connsiteY4" fmla="*/ 121106 h 2584578"/>
              <a:gd name="connsiteX5" fmla="*/ 4944813 w 5694343"/>
              <a:gd name="connsiteY5" fmla="*/ 901903 h 2584578"/>
              <a:gd name="connsiteX6" fmla="*/ 5694343 w 5694343"/>
              <a:gd name="connsiteY6" fmla="*/ 1297507 h 2584578"/>
              <a:gd name="connsiteX0" fmla="*/ 0 w 5694343"/>
              <a:gd name="connsiteY0" fmla="*/ 2505055 h 2511619"/>
              <a:gd name="connsiteX1" fmla="*/ 603788 w 5694343"/>
              <a:gd name="connsiteY1" fmla="*/ 2453002 h 2511619"/>
              <a:gd name="connsiteX2" fmla="*/ 926502 w 5694343"/>
              <a:gd name="connsiteY2" fmla="*/ 2078220 h 2511619"/>
              <a:gd name="connsiteX3" fmla="*/ 2352690 w 5694343"/>
              <a:gd name="connsiteY3" fmla="*/ 173074 h 2511619"/>
              <a:gd name="connsiteX4" fmla="*/ 3424934 w 5694343"/>
              <a:gd name="connsiteY4" fmla="*/ 162664 h 2511619"/>
              <a:gd name="connsiteX5" fmla="*/ 4944813 w 5694343"/>
              <a:gd name="connsiteY5" fmla="*/ 828944 h 2511619"/>
              <a:gd name="connsiteX6" fmla="*/ 5694343 w 5694343"/>
              <a:gd name="connsiteY6" fmla="*/ 1224548 h 2511619"/>
              <a:gd name="connsiteX0" fmla="*/ 0 w 5694343"/>
              <a:gd name="connsiteY0" fmla="*/ 2534188 h 2540752"/>
              <a:gd name="connsiteX1" fmla="*/ 603788 w 5694343"/>
              <a:gd name="connsiteY1" fmla="*/ 2482135 h 2540752"/>
              <a:gd name="connsiteX2" fmla="*/ 926502 w 5694343"/>
              <a:gd name="connsiteY2" fmla="*/ 2107353 h 2540752"/>
              <a:gd name="connsiteX3" fmla="*/ 2352690 w 5694343"/>
              <a:gd name="connsiteY3" fmla="*/ 202207 h 2540752"/>
              <a:gd name="connsiteX4" fmla="*/ 3331243 w 5694343"/>
              <a:gd name="connsiteY4" fmla="*/ 129333 h 2540752"/>
              <a:gd name="connsiteX5" fmla="*/ 4944813 w 5694343"/>
              <a:gd name="connsiteY5" fmla="*/ 858077 h 2540752"/>
              <a:gd name="connsiteX6" fmla="*/ 5694343 w 5694343"/>
              <a:gd name="connsiteY6" fmla="*/ 1253681 h 2540752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55469 h 2542540"/>
              <a:gd name="connsiteX0" fmla="*/ 0 w 5694343"/>
              <a:gd name="connsiteY0" fmla="*/ 2535976 h 2542540"/>
              <a:gd name="connsiteX1" fmla="*/ 603788 w 5694343"/>
              <a:gd name="connsiteY1" fmla="*/ 2483923 h 2542540"/>
              <a:gd name="connsiteX2" fmla="*/ 926502 w 5694343"/>
              <a:gd name="connsiteY2" fmla="*/ 2109141 h 2542540"/>
              <a:gd name="connsiteX3" fmla="*/ 2352690 w 5694343"/>
              <a:gd name="connsiteY3" fmla="*/ 203995 h 2542540"/>
              <a:gd name="connsiteX4" fmla="*/ 3331243 w 5694343"/>
              <a:gd name="connsiteY4" fmla="*/ 131121 h 2542540"/>
              <a:gd name="connsiteX5" fmla="*/ 5048915 w 5694343"/>
              <a:gd name="connsiteY5" fmla="*/ 891097 h 2542540"/>
              <a:gd name="connsiteX6" fmla="*/ 5694343 w 5694343"/>
              <a:gd name="connsiteY6" fmla="*/ 1297112 h 2542540"/>
              <a:gd name="connsiteX0" fmla="*/ 0 w 5694343"/>
              <a:gd name="connsiteY0" fmla="*/ 2539594 h 2546158"/>
              <a:gd name="connsiteX1" fmla="*/ 603788 w 5694343"/>
              <a:gd name="connsiteY1" fmla="*/ 2487541 h 2546158"/>
              <a:gd name="connsiteX2" fmla="*/ 926502 w 5694343"/>
              <a:gd name="connsiteY2" fmla="*/ 2112759 h 2546158"/>
              <a:gd name="connsiteX3" fmla="*/ 2352690 w 5694343"/>
              <a:gd name="connsiteY3" fmla="*/ 207613 h 2546158"/>
              <a:gd name="connsiteX4" fmla="*/ 3331243 w 5694343"/>
              <a:gd name="connsiteY4" fmla="*/ 134739 h 2546158"/>
              <a:gd name="connsiteX5" fmla="*/ 5205067 w 5694343"/>
              <a:gd name="connsiteY5" fmla="*/ 957179 h 2546158"/>
              <a:gd name="connsiteX6" fmla="*/ 5694343 w 5694343"/>
              <a:gd name="connsiteY6" fmla="*/ 1300730 h 2546158"/>
              <a:gd name="connsiteX0" fmla="*/ 0 w 5694343"/>
              <a:gd name="connsiteY0" fmla="*/ 2556822 h 2563386"/>
              <a:gd name="connsiteX1" fmla="*/ 603788 w 5694343"/>
              <a:gd name="connsiteY1" fmla="*/ 2504769 h 2563386"/>
              <a:gd name="connsiteX2" fmla="*/ 926502 w 5694343"/>
              <a:gd name="connsiteY2" fmla="*/ 2129987 h 2563386"/>
              <a:gd name="connsiteX3" fmla="*/ 2352690 w 5694343"/>
              <a:gd name="connsiteY3" fmla="*/ 224841 h 2563386"/>
              <a:gd name="connsiteX4" fmla="*/ 3258373 w 5694343"/>
              <a:gd name="connsiteY4" fmla="*/ 120091 h 2563386"/>
              <a:gd name="connsiteX5" fmla="*/ 5205067 w 5694343"/>
              <a:gd name="connsiteY5" fmla="*/ 974407 h 2563386"/>
              <a:gd name="connsiteX6" fmla="*/ 5694343 w 5694343"/>
              <a:gd name="connsiteY6" fmla="*/ 1317958 h 2563386"/>
              <a:gd name="connsiteX0" fmla="*/ 0 w 5694343"/>
              <a:gd name="connsiteY0" fmla="*/ 2505439 h 2512003"/>
              <a:gd name="connsiteX1" fmla="*/ 603788 w 5694343"/>
              <a:gd name="connsiteY1" fmla="*/ 2453386 h 2512003"/>
              <a:gd name="connsiteX2" fmla="*/ 926502 w 5694343"/>
              <a:gd name="connsiteY2" fmla="*/ 2078604 h 2512003"/>
              <a:gd name="connsiteX3" fmla="*/ 2248589 w 5694343"/>
              <a:gd name="connsiteY3" fmla="*/ 279712 h 2512003"/>
              <a:gd name="connsiteX4" fmla="*/ 3258373 w 5694343"/>
              <a:gd name="connsiteY4" fmla="*/ 68708 h 2512003"/>
              <a:gd name="connsiteX5" fmla="*/ 5205067 w 5694343"/>
              <a:gd name="connsiteY5" fmla="*/ 923024 h 2512003"/>
              <a:gd name="connsiteX6" fmla="*/ 5694343 w 5694343"/>
              <a:gd name="connsiteY6" fmla="*/ 1266575 h 2512003"/>
              <a:gd name="connsiteX0" fmla="*/ 0 w 5694343"/>
              <a:gd name="connsiteY0" fmla="*/ 2517653 h 2524217"/>
              <a:gd name="connsiteX1" fmla="*/ 603788 w 5694343"/>
              <a:gd name="connsiteY1" fmla="*/ 2465600 h 2524217"/>
              <a:gd name="connsiteX2" fmla="*/ 926502 w 5694343"/>
              <a:gd name="connsiteY2" fmla="*/ 2090818 h 2524217"/>
              <a:gd name="connsiteX3" fmla="*/ 2248589 w 5694343"/>
              <a:gd name="connsiteY3" fmla="*/ 291926 h 2524217"/>
              <a:gd name="connsiteX4" fmla="*/ 3258373 w 5694343"/>
              <a:gd name="connsiteY4" fmla="*/ 80922 h 2524217"/>
              <a:gd name="connsiteX5" fmla="*/ 5205067 w 5694343"/>
              <a:gd name="connsiteY5" fmla="*/ 935238 h 2524217"/>
              <a:gd name="connsiteX6" fmla="*/ 5694343 w 5694343"/>
              <a:gd name="connsiteY6" fmla="*/ 1278789 h 2524217"/>
              <a:gd name="connsiteX0" fmla="*/ 0 w 5694343"/>
              <a:gd name="connsiteY0" fmla="*/ 2520671 h 2527235"/>
              <a:gd name="connsiteX1" fmla="*/ 603788 w 5694343"/>
              <a:gd name="connsiteY1" fmla="*/ 2468618 h 2527235"/>
              <a:gd name="connsiteX2" fmla="*/ 926502 w 5694343"/>
              <a:gd name="connsiteY2" fmla="*/ 2093836 h 2527235"/>
              <a:gd name="connsiteX3" fmla="*/ 2248589 w 5694343"/>
              <a:gd name="connsiteY3" fmla="*/ 294944 h 2527235"/>
              <a:gd name="connsiteX4" fmla="*/ 3258373 w 5694343"/>
              <a:gd name="connsiteY4" fmla="*/ 83940 h 2527235"/>
              <a:gd name="connsiteX5" fmla="*/ 5194656 w 5694343"/>
              <a:gd name="connsiteY5" fmla="*/ 980758 h 2527235"/>
              <a:gd name="connsiteX6" fmla="*/ 5694343 w 5694343"/>
              <a:gd name="connsiteY6" fmla="*/ 1281807 h 2527235"/>
              <a:gd name="connsiteX0" fmla="*/ 0 w 5694343"/>
              <a:gd name="connsiteY0" fmla="*/ 2486255 h 2492819"/>
              <a:gd name="connsiteX1" fmla="*/ 603788 w 5694343"/>
              <a:gd name="connsiteY1" fmla="*/ 2434202 h 2492819"/>
              <a:gd name="connsiteX2" fmla="*/ 926502 w 5694343"/>
              <a:gd name="connsiteY2" fmla="*/ 2059420 h 2492819"/>
              <a:gd name="connsiteX3" fmla="*/ 2248589 w 5694343"/>
              <a:gd name="connsiteY3" fmla="*/ 260528 h 2492819"/>
              <a:gd name="connsiteX4" fmla="*/ 3258373 w 5694343"/>
              <a:gd name="connsiteY4" fmla="*/ 81400 h 2492819"/>
              <a:gd name="connsiteX5" fmla="*/ 5194656 w 5694343"/>
              <a:gd name="connsiteY5" fmla="*/ 946342 h 2492819"/>
              <a:gd name="connsiteX6" fmla="*/ 5694343 w 5694343"/>
              <a:gd name="connsiteY6" fmla="*/ 1247391 h 2492819"/>
              <a:gd name="connsiteX0" fmla="*/ 0 w 5694343"/>
              <a:gd name="connsiteY0" fmla="*/ 2548617 h 2555181"/>
              <a:gd name="connsiteX1" fmla="*/ 603788 w 5694343"/>
              <a:gd name="connsiteY1" fmla="*/ 2496564 h 2555181"/>
              <a:gd name="connsiteX2" fmla="*/ 926502 w 5694343"/>
              <a:gd name="connsiteY2" fmla="*/ 2121782 h 2555181"/>
              <a:gd name="connsiteX3" fmla="*/ 2248589 w 5694343"/>
              <a:gd name="connsiteY3" fmla="*/ 322890 h 2555181"/>
              <a:gd name="connsiteX4" fmla="*/ 3123041 w 5694343"/>
              <a:gd name="connsiteY4" fmla="*/ 58759 h 2555181"/>
              <a:gd name="connsiteX5" fmla="*/ 5194656 w 5694343"/>
              <a:gd name="connsiteY5" fmla="*/ 1008704 h 2555181"/>
              <a:gd name="connsiteX6" fmla="*/ 5694343 w 5694343"/>
              <a:gd name="connsiteY6" fmla="*/ 1309753 h 2555181"/>
              <a:gd name="connsiteX0" fmla="*/ 0 w 5694343"/>
              <a:gd name="connsiteY0" fmla="*/ 2567501 h 2574065"/>
              <a:gd name="connsiteX1" fmla="*/ 603788 w 5694343"/>
              <a:gd name="connsiteY1" fmla="*/ 2515448 h 2574065"/>
              <a:gd name="connsiteX2" fmla="*/ 926502 w 5694343"/>
              <a:gd name="connsiteY2" fmla="*/ 2140666 h 2574065"/>
              <a:gd name="connsiteX3" fmla="*/ 2248589 w 5694343"/>
              <a:gd name="connsiteY3" fmla="*/ 341774 h 2574065"/>
              <a:gd name="connsiteX4" fmla="*/ 3123041 w 5694343"/>
              <a:gd name="connsiteY4" fmla="*/ 77643 h 2574065"/>
              <a:gd name="connsiteX5" fmla="*/ 5194656 w 5694343"/>
              <a:gd name="connsiteY5" fmla="*/ 1027588 h 2574065"/>
              <a:gd name="connsiteX6" fmla="*/ 5694343 w 5694343"/>
              <a:gd name="connsiteY6" fmla="*/ 1328637 h 2574065"/>
              <a:gd name="connsiteX0" fmla="*/ 0 w 5694343"/>
              <a:gd name="connsiteY0" fmla="*/ 2539176 h 2545740"/>
              <a:gd name="connsiteX1" fmla="*/ 603788 w 5694343"/>
              <a:gd name="connsiteY1" fmla="*/ 2487123 h 2545740"/>
              <a:gd name="connsiteX2" fmla="*/ 926502 w 5694343"/>
              <a:gd name="connsiteY2" fmla="*/ 2112341 h 2545740"/>
              <a:gd name="connsiteX3" fmla="*/ 2248589 w 5694343"/>
              <a:gd name="connsiteY3" fmla="*/ 313449 h 2545740"/>
              <a:gd name="connsiteX4" fmla="*/ 3123041 w 5694343"/>
              <a:gd name="connsiteY4" fmla="*/ 49318 h 2545740"/>
              <a:gd name="connsiteX5" fmla="*/ 5194656 w 5694343"/>
              <a:gd name="connsiteY5" fmla="*/ 999263 h 2545740"/>
              <a:gd name="connsiteX6" fmla="*/ 5694343 w 5694343"/>
              <a:gd name="connsiteY6" fmla="*/ 1300312 h 2545740"/>
              <a:gd name="connsiteX0" fmla="*/ 0 w 5694343"/>
              <a:gd name="connsiteY0" fmla="*/ 2562780 h 2569344"/>
              <a:gd name="connsiteX1" fmla="*/ 603788 w 5694343"/>
              <a:gd name="connsiteY1" fmla="*/ 2510727 h 2569344"/>
              <a:gd name="connsiteX2" fmla="*/ 926502 w 5694343"/>
              <a:gd name="connsiteY2" fmla="*/ 2135945 h 2569344"/>
              <a:gd name="connsiteX3" fmla="*/ 2248589 w 5694343"/>
              <a:gd name="connsiteY3" fmla="*/ 337053 h 2569344"/>
              <a:gd name="connsiteX4" fmla="*/ 3123041 w 5694343"/>
              <a:gd name="connsiteY4" fmla="*/ 72922 h 2569344"/>
              <a:gd name="connsiteX5" fmla="*/ 5194656 w 5694343"/>
              <a:gd name="connsiteY5" fmla="*/ 1022867 h 2569344"/>
              <a:gd name="connsiteX6" fmla="*/ 5694343 w 5694343"/>
              <a:gd name="connsiteY6" fmla="*/ 1323916 h 256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94343" h="2569344">
                <a:moveTo>
                  <a:pt x="0" y="2562780"/>
                </a:moveTo>
                <a:cubicBezTo>
                  <a:pt x="224685" y="2572323"/>
                  <a:pt x="449371" y="2581866"/>
                  <a:pt x="603788" y="2510727"/>
                </a:cubicBezTo>
                <a:cubicBezTo>
                  <a:pt x="758205" y="2439588"/>
                  <a:pt x="652368" y="2498224"/>
                  <a:pt x="926502" y="2135945"/>
                </a:cubicBezTo>
                <a:cubicBezTo>
                  <a:pt x="1200636" y="1773666"/>
                  <a:pt x="1882499" y="680890"/>
                  <a:pt x="2248589" y="337053"/>
                </a:cubicBezTo>
                <a:cubicBezTo>
                  <a:pt x="2614679" y="-6784"/>
                  <a:pt x="2621620" y="-73256"/>
                  <a:pt x="3123041" y="72922"/>
                </a:cubicBezTo>
                <a:cubicBezTo>
                  <a:pt x="3624462" y="219100"/>
                  <a:pt x="4766106" y="814368"/>
                  <a:pt x="5194656" y="1022867"/>
                </a:cubicBezTo>
                <a:cubicBezTo>
                  <a:pt x="5623206" y="1231366"/>
                  <a:pt x="5545131" y="1230220"/>
                  <a:pt x="5694343" y="1323916"/>
                </a:cubicBezTo>
              </a:path>
            </a:pathLst>
          </a:custGeom>
          <a:ln w="38100">
            <a:solidFill>
              <a:schemeClr val="accent1"/>
            </a:solidFill>
            <a:tailEnd type="stealth" w="lg" len="lg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Global-Aware Scheme</a:t>
            </a:r>
            <a:endParaRPr lang="en-US" dirty="0"/>
          </a:p>
        </p:txBody>
      </p:sp>
      <p:sp>
        <p:nvSpPr>
          <p:cNvPr id="145" name="TextBox 144"/>
          <p:cNvSpPr txBox="1"/>
          <p:nvPr/>
        </p:nvSpPr>
        <p:spPr>
          <a:xfrm>
            <a:off x="194039" y="2496516"/>
            <a:ext cx="1196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BD0A12"/>
                </a:solidFill>
              </a:rPr>
              <a:t>10 flows</a:t>
            </a:r>
            <a:endParaRPr lang="en-US" sz="2400" b="1" dirty="0">
              <a:solidFill>
                <a:srgbClr val="BD0A12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7008" y="5479010"/>
            <a:ext cx="1196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33CC"/>
                </a:solidFill>
              </a:rPr>
              <a:t>20 flows</a:t>
            </a:r>
            <a:endParaRPr lang="en-US" sz="2400" b="1" dirty="0" smtClean="0">
              <a:solidFill>
                <a:srgbClr val="0033CC"/>
              </a:solidFill>
            </a:endParaRPr>
          </a:p>
        </p:txBody>
      </p:sp>
      <p:sp>
        <p:nvSpPr>
          <p:cNvPr id="147" name="Content Placeholder 2"/>
          <p:cNvSpPr>
            <a:spLocks noGrp="1"/>
          </p:cNvSpPr>
          <p:nvPr>
            <p:ph idx="1"/>
          </p:nvPr>
        </p:nvSpPr>
        <p:spPr>
          <a:xfrm>
            <a:off x="275770" y="1563807"/>
            <a:ext cx="8534400" cy="7751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Global knowledge leads to better solution!</a:t>
            </a:r>
            <a:endParaRPr lang="en-US" sz="2400" dirty="0" smtClean="0"/>
          </a:p>
        </p:txBody>
      </p:sp>
      <p:sp>
        <p:nvSpPr>
          <p:cNvPr id="148" name="TextBox 147"/>
          <p:cNvSpPr txBox="1"/>
          <p:nvPr/>
        </p:nvSpPr>
        <p:spPr>
          <a:xfrm>
            <a:off x="5393614" y="355454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33CC"/>
                </a:solidFill>
              </a:rPr>
              <a:t>15</a:t>
            </a:r>
            <a:endParaRPr lang="en-US" sz="2400" b="1" dirty="0">
              <a:solidFill>
                <a:srgbClr val="0033CC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 rot="2388633">
            <a:off x="5402826" y="4029030"/>
            <a:ext cx="216746" cy="412496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1237015" y="3274966"/>
            <a:ext cx="6840185" cy="249918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So Lets Use Global-Awareness.</a:t>
            </a:r>
          </a:p>
          <a:p>
            <a:pPr algn="ctr"/>
            <a:r>
              <a:rPr lang="en-US" sz="4000" dirty="0" smtClean="0"/>
              <a:t>But How?</a:t>
            </a:r>
            <a:endParaRPr lang="en-US" sz="4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46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50"/>
    </mc:Choice>
    <mc:Fallback xmlns="">
      <p:transition xmlns:p14="http://schemas.microsoft.com/office/powerpoint/2010/main" spd="slow" advTm="166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8" grpId="0" animBg="1"/>
      <p:bldP spid="299" grpId="0"/>
      <p:bldP spid="302" grpId="0"/>
      <p:bldP spid="685" grpId="0" animBg="1"/>
      <p:bldP spid="148" grpId="0"/>
      <p:bldP spid="5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Global-Awareness?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Software Defined </a:t>
            </a:r>
            <a:r>
              <a:rPr lang="en-US" b="1" dirty="0" smtClean="0"/>
              <a:t>Network (SDN)</a:t>
            </a:r>
          </a:p>
          <a:p>
            <a:endParaRPr lang="en-US" sz="1600" b="1" dirty="0" smtClean="0"/>
          </a:p>
          <a:p>
            <a:pPr lvl="1"/>
            <a:r>
              <a:rPr lang="en-US" b="1" dirty="0" smtClean="0"/>
              <a:t>Monitor </a:t>
            </a:r>
            <a:r>
              <a:rPr lang="en-US" dirty="0" smtClean="0"/>
              <a:t>whole of the Network in a Centralized manner</a:t>
            </a:r>
          </a:p>
          <a:p>
            <a:pPr lvl="1"/>
            <a:endParaRPr lang="en-US" sz="1400" dirty="0" smtClean="0"/>
          </a:p>
          <a:p>
            <a:pPr lvl="1"/>
            <a:r>
              <a:rPr lang="en-US" b="1" dirty="0" smtClean="0"/>
              <a:t>Control </a:t>
            </a:r>
            <a:r>
              <a:rPr lang="en-US" dirty="0" smtClean="0"/>
              <a:t>whole </a:t>
            </a:r>
            <a:r>
              <a:rPr lang="en-US" dirty="0"/>
              <a:t>of the Network in a Centralized </a:t>
            </a:r>
            <a:r>
              <a:rPr lang="en-US" dirty="0" smtClean="0"/>
              <a:t>manner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415143" y="3048000"/>
            <a:ext cx="6172200" cy="2438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That’s exactly what we want:</a:t>
            </a:r>
          </a:p>
          <a:p>
            <a:pPr algn="ctr"/>
            <a:r>
              <a:rPr lang="en-US" sz="3200" b="1" dirty="0" smtClean="0"/>
              <a:t>SDN</a:t>
            </a:r>
            <a:r>
              <a:rPr lang="en-US" sz="3200" dirty="0" smtClean="0"/>
              <a:t> will provide us with the </a:t>
            </a:r>
            <a:r>
              <a:rPr lang="en-US" sz="3200" b="1" dirty="0" smtClean="0"/>
              <a:t>global knowledge </a:t>
            </a:r>
            <a:r>
              <a:rPr lang="en-US" sz="3200" dirty="0" smtClean="0"/>
              <a:t>of the network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8783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SDN: Overview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00200"/>
            <a:ext cx="6934199" cy="48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595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3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are the Design Objectives?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Maximizing</a:t>
            </a:r>
            <a:r>
              <a:rPr lang="en-US" dirty="0" smtClean="0"/>
              <a:t> the average overall throughput of flows/</a:t>
            </a:r>
            <a:r>
              <a:rPr lang="en-US" b="1" dirty="0" smtClean="0"/>
              <a:t>Minimizing</a:t>
            </a:r>
            <a:r>
              <a:rPr lang="en-US" dirty="0" smtClean="0"/>
              <a:t> the average flow completion time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Satisfying the </a:t>
            </a:r>
            <a:r>
              <a:rPr lang="en-US" b="1" dirty="0" smtClean="0"/>
              <a:t>Max-Min Fairness </a:t>
            </a:r>
          </a:p>
          <a:p>
            <a:pPr marL="914400" lvl="1" indent="-514350"/>
            <a:r>
              <a:rPr lang="en-US" dirty="0" smtClean="0"/>
              <a:t>flows’ BW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9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</a:t>
            </a:r>
            <a:r>
              <a:rPr lang="en-US" dirty="0" smtClean="0"/>
              <a:t>Constraints?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SDN based scheme</a:t>
            </a:r>
          </a:p>
          <a:p>
            <a:pPr lvl="1"/>
            <a:r>
              <a:rPr lang="en-US" dirty="0" smtClean="0"/>
              <a:t>The granularity is </a:t>
            </a:r>
            <a:r>
              <a:rPr lang="en-US" b="1" dirty="0" smtClean="0"/>
              <a:t>Flow-level </a:t>
            </a:r>
            <a:r>
              <a:rPr lang="en-US" dirty="0" smtClean="0"/>
              <a:t>not packet-level</a:t>
            </a:r>
          </a:p>
          <a:p>
            <a:pPr lvl="1"/>
            <a:endParaRPr lang="en-US" sz="11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Setting flows </a:t>
            </a:r>
            <a:r>
              <a:rPr lang="en-US" dirty="0"/>
              <a:t>up </a:t>
            </a:r>
            <a:r>
              <a:rPr lang="en-US" dirty="0" smtClean="0"/>
              <a:t>should be done in a </a:t>
            </a:r>
            <a:r>
              <a:rPr lang="en-US" b="1" dirty="0" smtClean="0"/>
              <a:t>dynamic/on-demand</a:t>
            </a:r>
            <a:r>
              <a:rPr lang="en-US" dirty="0" smtClean="0"/>
              <a:t> manner </a:t>
            </a:r>
            <a:r>
              <a:rPr lang="en-US" b="1" dirty="0" smtClean="0"/>
              <a:t>{Reactive </a:t>
            </a:r>
            <a:r>
              <a:rPr lang="en-US" b="1" dirty="0"/>
              <a:t>Flow</a:t>
            </a:r>
            <a:br>
              <a:rPr lang="en-US" b="1" dirty="0"/>
            </a:br>
            <a:r>
              <a:rPr lang="en-US" b="1" dirty="0"/>
              <a:t>Installation </a:t>
            </a:r>
            <a:r>
              <a:rPr lang="en-US" b="1" dirty="0" smtClean="0"/>
              <a:t>}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1100" b="1" dirty="0" smtClean="0"/>
          </a:p>
          <a:p>
            <a:pPr lvl="1"/>
            <a:r>
              <a:rPr lang="en-US" dirty="0" smtClean="0"/>
              <a:t>The number of Demands/Flows is variable during time</a:t>
            </a:r>
          </a:p>
          <a:p>
            <a:pPr lvl="1"/>
            <a:r>
              <a:rPr lang="en-US" dirty="0" smtClean="0"/>
              <a:t>For any new flow, we need to identify and set up the best path</a:t>
            </a:r>
          </a:p>
        </p:txBody>
      </p:sp>
    </p:spTree>
    <p:extLst>
      <p:ext uri="{BB962C8B-B14F-4D97-AF65-F5344CB8AC3E}">
        <p14:creationId xmlns:p14="http://schemas.microsoft.com/office/powerpoint/2010/main" val="194573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Design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Path </a:t>
            </a:r>
            <a:r>
              <a:rPr lang="en-US" b="1" dirty="0" smtClean="0"/>
              <a:t>Database Construction</a:t>
            </a:r>
          </a:p>
          <a:p>
            <a:pPr marL="914400" lvl="1" indent="-514350"/>
            <a:r>
              <a:rPr lang="en-US" dirty="0" smtClean="0"/>
              <a:t>Constructing Pre-Defined paths for each (</a:t>
            </a:r>
            <a:r>
              <a:rPr lang="en-US" dirty="0" err="1" smtClean="0"/>
              <a:t>src</a:t>
            </a:r>
            <a:r>
              <a:rPr lang="en-US" dirty="0" smtClean="0"/>
              <a:t>, </a:t>
            </a:r>
            <a:r>
              <a:rPr lang="en-US" dirty="0" err="1" smtClean="0"/>
              <a:t>dst</a:t>
            </a:r>
            <a:r>
              <a:rPr lang="en-US" dirty="0" smtClean="0"/>
              <a:t>) pair</a:t>
            </a:r>
          </a:p>
          <a:p>
            <a:pPr marL="914400" lvl="1" indent="-514350"/>
            <a:endParaRPr lang="en-US" sz="1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Path </a:t>
            </a:r>
            <a:r>
              <a:rPr lang="en-US" b="1" dirty="0" smtClean="0"/>
              <a:t>Selection</a:t>
            </a:r>
          </a:p>
          <a:p>
            <a:pPr marL="914400" lvl="1" indent="-514350"/>
            <a:r>
              <a:rPr lang="en-US" dirty="0" smtClean="0"/>
              <a:t>Choosing </a:t>
            </a:r>
            <a:r>
              <a:rPr lang="en-US" dirty="0"/>
              <a:t>a path out of </a:t>
            </a:r>
            <a:r>
              <a:rPr lang="en-US" dirty="0" smtClean="0"/>
              <a:t>the </a:t>
            </a:r>
            <a:r>
              <a:rPr lang="en-US" dirty="0"/>
              <a:t>pre-constructed candidate </a:t>
            </a:r>
            <a:r>
              <a:rPr lang="en-US" dirty="0" smtClean="0"/>
              <a:t>set for any new incoming flow</a:t>
            </a:r>
          </a:p>
          <a:p>
            <a:pPr marL="914400" lvl="1" indent="-5143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75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Path </a:t>
            </a:r>
            <a:r>
              <a:rPr lang="en-US" dirty="0"/>
              <a:t>Database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use two </a:t>
            </a:r>
            <a:r>
              <a:rPr lang="en-US" dirty="0"/>
              <a:t>modes of path database </a:t>
            </a:r>
            <a:r>
              <a:rPr lang="en-US" dirty="0" smtClean="0"/>
              <a:t>construction</a:t>
            </a:r>
          </a:p>
          <a:p>
            <a:endParaRPr lang="en-US" sz="1400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Shortest paths</a:t>
            </a:r>
          </a:p>
          <a:p>
            <a:pPr marL="1314450" lvl="2" indent="-514350"/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</a:p>
          <a:p>
            <a:pPr marL="1314450" lvl="2" indent="-514350"/>
            <a:endParaRPr lang="en-US" sz="1800" dirty="0" smtClean="0"/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K-Shortest Path	</a:t>
            </a:r>
          </a:p>
          <a:p>
            <a:pPr marL="1314450" lvl="2" indent="-514350"/>
            <a:r>
              <a:rPr lang="en-US" dirty="0" smtClean="0"/>
              <a:t>Yen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92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Bandwidth-Aware </a:t>
            </a:r>
            <a:r>
              <a:rPr lang="en-US" dirty="0"/>
              <a:t>Path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Global-Greedy</a:t>
            </a:r>
            <a:r>
              <a:rPr lang="en-US" dirty="0" smtClean="0"/>
              <a:t> algorithm</a:t>
            </a:r>
          </a:p>
          <a:p>
            <a:endParaRPr lang="en-US" sz="1700" dirty="0" smtClean="0"/>
          </a:p>
          <a:p>
            <a:r>
              <a:rPr lang="en-US" dirty="0" smtClean="0"/>
              <a:t>Determine all the available paths for the incoming flow</a:t>
            </a:r>
          </a:p>
          <a:p>
            <a:endParaRPr lang="en-US" sz="1500" dirty="0" smtClean="0"/>
          </a:p>
          <a:p>
            <a:r>
              <a:rPr lang="en-US" dirty="0" smtClean="0"/>
              <a:t>Find the </a:t>
            </a:r>
            <a:r>
              <a:rPr lang="en-US" b="1" dirty="0" smtClean="0"/>
              <a:t>bottleneck link</a:t>
            </a:r>
            <a:r>
              <a:rPr lang="en-US" dirty="0" smtClean="0"/>
              <a:t> of those paths</a:t>
            </a:r>
          </a:p>
          <a:p>
            <a:pPr lvl="1"/>
            <a:r>
              <a:rPr lang="en-US" dirty="0" smtClean="0"/>
              <a:t>After </a:t>
            </a:r>
            <a:r>
              <a:rPr lang="en-US" dirty="0"/>
              <a:t>applying max-min </a:t>
            </a:r>
            <a:r>
              <a:rPr lang="en-US" dirty="0" smtClean="0"/>
              <a:t>fairness, the </a:t>
            </a:r>
            <a:r>
              <a:rPr lang="en-US" dirty="0"/>
              <a:t>lowest allocated BW for </a:t>
            </a:r>
            <a:r>
              <a:rPr lang="en-US" dirty="0" smtClean="0"/>
              <a:t>flows (</a:t>
            </a:r>
            <a:r>
              <a:rPr lang="en-US" b="1" dirty="0" smtClean="0"/>
              <a:t>L-BW</a:t>
            </a:r>
            <a:r>
              <a:rPr lang="en-US" dirty="0" smtClean="0"/>
              <a:t>) is on the bottleneck link</a:t>
            </a:r>
          </a:p>
          <a:p>
            <a:pPr lvl="1"/>
            <a:endParaRPr lang="en-US" sz="2000" dirty="0" smtClean="0"/>
          </a:p>
          <a:p>
            <a:r>
              <a:rPr lang="en-US" dirty="0" smtClean="0"/>
              <a:t>Pick the path with highest L-BW for the incoming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51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Bandwidth-Aware Path Selection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lnSpc>
                    <a:spcPct val="115000"/>
                  </a:lnSpc>
                  <a:spcAft>
                    <a:spcPts val="0"/>
                  </a:spcAft>
                  <a:buNone/>
                </a:pPr>
                <a:r>
                  <a:rPr lang="en-US" dirty="0"/>
                  <a:t>Inputs:</a:t>
                </a:r>
                <a:endParaRPr lang="en-US" sz="3600" dirty="0"/>
              </a:p>
              <a:p>
                <a:pPr lvl="1" algn="just">
                  <a:buFont typeface="Symbol"/>
                  <a:buChar char=""/>
                  <a:tabLst>
                    <a:tab pos="1050290" algn="l"/>
                  </a:tabLst>
                </a:pP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: Source node of the given flow</a:t>
                </a:r>
                <a:endParaRPr lang="en-US" sz="3200" dirty="0"/>
              </a:p>
              <a:p>
                <a:pPr lvl="1" algn="just">
                  <a:buFont typeface="Symbol"/>
                  <a:buChar char=""/>
                  <a:tabLst>
                    <a:tab pos="1050290" algn="l"/>
                  </a:tabLst>
                </a:pP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𝒕</m:t>
                    </m:r>
                  </m:oMath>
                </a14:m>
                <a:r>
                  <a:rPr lang="en-US" dirty="0"/>
                  <a:t>: Destination node of the given flow</a:t>
                </a:r>
                <a:endParaRPr lang="en-US" sz="3200" dirty="0"/>
              </a:p>
              <a:p>
                <a:pPr lvl="1" algn="just">
                  <a:buFont typeface="Symbol"/>
                  <a:buChar char=""/>
                  <a:tabLst>
                    <a:tab pos="1050290" algn="l"/>
                  </a:tabLst>
                </a:pP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𝒑𝒂𝒕𝒉</m:t>
                    </m:r>
                    <m: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𝑫𝑩</m:t>
                    </m:r>
                  </m:oMath>
                </a14:m>
                <a:r>
                  <a:rPr lang="en-US" dirty="0"/>
                  <a:t>: Pre-constructed path database, which consists of an associative array that maps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(</m:t>
                    </m:r>
                    <m:r>
                      <a:rPr lang="en-US">
                        <a:latin typeface="Cambria Math"/>
                      </a:rPr>
                      <m:t>𝒔</m:t>
                    </m:r>
                    <m:r>
                      <a:rPr lang="en-US">
                        <a:latin typeface="Cambria Math"/>
                      </a:rPr>
                      <m:t>,</m:t>
                    </m:r>
                    <m:r>
                      <a:rPr lang="en-US">
                        <a:latin typeface="Cambria Math"/>
                      </a:rPr>
                      <m:t>𝒕</m:t>
                    </m:r>
                    <m:r>
                      <a:rPr lang="en-US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pairs to a pre-defined set of candidate paths.</a:t>
                </a:r>
                <a:endParaRPr lang="en-US" sz="3200" dirty="0"/>
              </a:p>
              <a:p>
                <a:pPr lvl="1" algn="just">
                  <a:buFont typeface="Symbol"/>
                  <a:buChar char=""/>
                  <a:tabLst>
                    <a:tab pos="1050290" algn="l"/>
                  </a:tabLst>
                </a:pP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𝒏</m:t>
                    </m:r>
                    <m: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𝒇𝒍𝒐𝒘𝒔</m:t>
                    </m:r>
                    <m:r>
                      <a:rPr lang="en-US">
                        <a:latin typeface="Cambria Math"/>
                      </a:rPr>
                      <m:t>[</m:t>
                    </m:r>
                    <m:r>
                      <a:rPr lang="en-US">
                        <a:latin typeface="Cambria Math"/>
                      </a:rPr>
                      <m:t>𝒍</m:t>
                    </m:r>
                    <m:r>
                      <a:rPr lang="en-US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: Current number of flows running on link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𝒍</m:t>
                    </m:r>
                  </m:oMath>
                </a14:m>
                <a:r>
                  <a:rPr lang="en-US" dirty="0"/>
                  <a:t>.</a:t>
                </a:r>
                <a:endParaRPr lang="en-US" sz="3200" dirty="0"/>
              </a:p>
              <a:p>
                <a:pPr lvl="1" algn="just">
                  <a:buFont typeface="Symbol"/>
                  <a:buChar char=""/>
                  <a:tabLst>
                    <a:tab pos="1050290" algn="l"/>
                  </a:tabLst>
                </a:pP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𝒄𝒂𝒑</m:t>
                    </m:r>
                    <m:r>
                      <a:rPr lang="en-US">
                        <a:latin typeface="Cambria Math"/>
                      </a:rPr>
                      <m:t>[</m:t>
                    </m:r>
                    <m:r>
                      <a:rPr lang="en-US">
                        <a:latin typeface="Cambria Math"/>
                      </a:rPr>
                      <m:t>𝒍</m:t>
                    </m:r>
                    <m:r>
                      <a:rPr lang="en-US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: Capacity of link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𝒍</m:t>
                    </m:r>
                  </m:oMath>
                </a14:m>
                <a:r>
                  <a:rPr lang="en-US" dirty="0"/>
                  <a:t>.</a:t>
                </a:r>
                <a:endParaRPr lang="en-US" sz="3200" dirty="0"/>
              </a:p>
              <a:p>
                <a:pPr marL="0" indent="0" algn="just">
                  <a:lnSpc>
                    <a:spcPct val="115000"/>
                  </a:lnSpc>
                  <a:spcAft>
                    <a:spcPts val="0"/>
                  </a:spcAft>
                  <a:buNone/>
                  <a:tabLst>
                    <a:tab pos="1050290" algn="l"/>
                  </a:tabLst>
                </a:pPr>
                <a:r>
                  <a:rPr lang="en-US" dirty="0"/>
                  <a:t>Output:</a:t>
                </a:r>
                <a:endParaRPr lang="en-US" sz="3600" dirty="0"/>
              </a:p>
              <a:p>
                <a:pPr lvl="1" indent="-342900" algn="just">
                  <a:lnSpc>
                    <a:spcPct val="115000"/>
                  </a:lnSpc>
                  <a:buFont typeface="Arial" pitchFamily="34" charset="0"/>
                  <a:buChar char="•"/>
                  <a:tabLst>
                    <a:tab pos="1050290" algn="l"/>
                  </a:tabLst>
                </a:pP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𝒃𝒆𝒔𝒕</m:t>
                    </m:r>
                    <m: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𝒑𝒂𝒕𝒉</m:t>
                    </m:r>
                  </m:oMath>
                </a14:m>
                <a:r>
                  <a:rPr lang="en-US" dirty="0"/>
                  <a:t>: The selected best path that yields highest max-min bandwidth allocation.</a:t>
                </a:r>
                <a:endParaRPr lang="en-US" sz="3200" dirty="0">
                  <a:solidFill>
                    <a:srgbClr val="42558C"/>
                  </a:solidFill>
                  <a:latin typeface="Palatino Linotype"/>
                  <a:ea typeface="HGSMinchoE"/>
                  <a:cs typeface="Times New Roman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674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4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Bandwidth-Aware Path Selection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dirty="0"/>
                  <a:t>Procedure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𝑩𝑨</m:t>
                    </m:r>
                    <m:r>
                      <a:rPr lang="en-US">
                        <a:latin typeface="Cambria Math"/>
                      </a:rPr>
                      <m:t>(</m:t>
                    </m:r>
                    <m:r>
                      <a:rPr lang="en-US">
                        <a:latin typeface="Cambria Math"/>
                      </a:rPr>
                      <m:t>𝒔</m:t>
                    </m:r>
                    <m:r>
                      <a:rPr lang="en-US">
                        <a:latin typeface="Cambria Math"/>
                      </a:rPr>
                      <m:t>, </m:t>
                    </m:r>
                    <m:r>
                      <a:rPr lang="en-US">
                        <a:latin typeface="Cambria Math"/>
                      </a:rPr>
                      <m:t>𝒕</m:t>
                    </m:r>
                    <m:r>
                      <a:rPr lang="en-US">
                        <a:latin typeface="Cambria Math"/>
                      </a:rPr>
                      <m:t>, </m:t>
                    </m:r>
                    <m:r>
                      <a:rPr lang="en-US">
                        <a:latin typeface="Cambria Math"/>
                      </a:rPr>
                      <m:t>𝒑𝒂𝒕𝒉</m:t>
                    </m:r>
                    <m: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𝑫𝑩</m:t>
                    </m:r>
                    <m:r>
                      <a:rPr lang="en-US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  <a:endParaRPr lang="en-US" sz="3600" dirty="0"/>
              </a:p>
              <a:p>
                <a:pPr lvl="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𝒃𝒆𝒔𝒕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𝒑𝒂𝒕𝒉</m:t>
                    </m:r>
                    <m:r>
                      <a:rPr lang="en-US">
                        <a:latin typeface="Cambria Math"/>
                      </a:rPr>
                      <m:t>←</m:t>
                    </m:r>
                    <m:r>
                      <a:rPr lang="en-US">
                        <a:latin typeface="Cambria Math"/>
                      </a:rPr>
                      <m:t>𝝓</m:t>
                    </m:r>
                  </m:oMath>
                </a14:m>
                <a:endParaRPr lang="en-US" sz="3600" dirty="0"/>
              </a:p>
              <a:p>
                <a:pPr lvl="0" algn="just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𝒃𝒆𝒔𝒕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𝒃𝒘</m:t>
                    </m:r>
                    <m:r>
                      <a:rPr lang="en-US">
                        <a:latin typeface="Cambria Math"/>
                      </a:rPr>
                      <m:t> ← </m:t>
                    </m:r>
                    <m:r>
                      <a:rPr lang="en-US">
                        <a:latin typeface="Cambria Math"/>
                      </a:rPr>
                      <m:t>𝟎</m:t>
                    </m:r>
                    <m:r>
                      <a:rPr lang="en-US">
                        <a:latin typeface="Cambria Math"/>
                      </a:rPr>
                      <m:t>.</m:t>
                    </m:r>
                    <m:r>
                      <a:rPr lang="en-US">
                        <a:latin typeface="Cambria Math"/>
                      </a:rPr>
                      <m:t>𝟎</m:t>
                    </m:r>
                  </m:oMath>
                </a14:m>
                <a:endParaRPr lang="en-US" sz="3600" dirty="0"/>
              </a:p>
              <a:p>
                <a:pPr lvl="0" algn="just">
                  <a:buFont typeface="+mj-lt"/>
                  <a:buAutoNum type="arabicPeriod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𝒑𝒂𝒕𝒉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𝒑𝒂𝒕𝒉</m:t>
                    </m:r>
                    <m: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𝑫𝑩</m:t>
                    </m:r>
                    <m:r>
                      <a:rPr lang="en-US">
                        <a:latin typeface="Cambria Math"/>
                      </a:rPr>
                      <m:t>[</m:t>
                    </m:r>
                    <m:r>
                      <a:rPr lang="en-US">
                        <a:latin typeface="Cambria Math"/>
                      </a:rPr>
                      <m:t>𝒔</m:t>
                    </m:r>
                    <m:r>
                      <a:rPr lang="en-US">
                        <a:latin typeface="Cambria Math"/>
                      </a:rPr>
                      <m:t>,</m:t>
                    </m:r>
                    <m:r>
                      <a:rPr lang="en-US">
                        <a:latin typeface="Cambria Math"/>
                      </a:rPr>
                      <m:t>𝒕</m:t>
                    </m:r>
                    <m:r>
                      <a:rPr lang="en-US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do:</a:t>
                </a:r>
                <a:endParaRPr lang="en-US" sz="3600" dirty="0"/>
              </a:p>
              <a:p>
                <a:pPr marL="457200" indent="-182880" algn="just">
                  <a:spcAft>
                    <a:spcPts val="0"/>
                  </a:spcAft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𝒃𝒐𝒕𝒕𝒍𝒆𝒏𝒆𝒄𝒌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𝒃𝒘</m:t>
                    </m:r>
                    <m:r>
                      <a:rPr lang="en-US">
                        <a:latin typeface="Cambria Math"/>
                      </a:rPr>
                      <m:t>←∞</m:t>
                    </m:r>
                  </m:oMath>
                </a14:m>
                <a:endParaRPr lang="en-US" sz="3600" dirty="0"/>
              </a:p>
              <a:p>
                <a:pPr marL="457200" indent="-182880" algn="just">
                  <a:spcAft>
                    <a:spcPts val="0"/>
                  </a:spcAft>
                </a:pPr>
                <a:r>
                  <a:rPr lang="en-US" dirty="0"/>
                  <a:t>    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𝒍𝒊𝒏𝒌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𝒑𝒂𝒕𝒉</m:t>
                    </m:r>
                  </m:oMath>
                </a14:m>
                <a:r>
                  <a:rPr lang="en-US" dirty="0"/>
                  <a:t> do:</a:t>
                </a:r>
                <a:endParaRPr lang="en-US" sz="3600" dirty="0"/>
              </a:p>
              <a:p>
                <a:pPr marL="457200" indent="-182880" algn="just">
                  <a:spcAft>
                    <a:spcPts val="0"/>
                  </a:spcAft>
                </a:pPr>
                <a:r>
                  <a:rPr lang="en-US" dirty="0"/>
                  <a:t>        if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 </m:t>
                    </m:r>
                    <m:r>
                      <a:rPr lang="en-US">
                        <a:latin typeface="Cambria Math"/>
                      </a:rPr>
                      <m:t>𝒄𝒂𝒑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>
                            <a:latin typeface="Cambria Math"/>
                          </a:rPr>
                          <m:t>𝒍𝒊𝒏𝒌</m:t>
                        </m:r>
                      </m:e>
                    </m:d>
                    <m:r>
                      <a:rPr lang="en-US">
                        <a:latin typeface="Cambria Math"/>
                      </a:rPr>
                      <m:t>/(</m:t>
                    </m:r>
                    <m:r>
                      <a:rPr lang="en-US">
                        <a:latin typeface="Cambria Math"/>
                      </a:rPr>
                      <m:t>𝒏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𝒇𝒍𝒐𝒘𝒔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>
                            <a:latin typeface="Cambria Math"/>
                          </a:rPr>
                          <m:t>𝒍𝒊𝒏𝒌</m:t>
                        </m:r>
                      </m:e>
                    </m:d>
                    <m:r>
                      <a:rPr lang="en-US">
                        <a:latin typeface="Cambria Math"/>
                      </a:rPr>
                      <m:t>+</m:t>
                    </m:r>
                    <m:r>
                      <a:rPr lang="en-US">
                        <a:latin typeface="Cambria Math"/>
                      </a:rPr>
                      <m:t>𝟏</m:t>
                    </m:r>
                    <m:r>
                      <a:rPr lang="en-US">
                        <a:latin typeface="Cambria Math"/>
                      </a:rPr>
                      <m:t>)&lt;</m:t>
                    </m:r>
                    <m:r>
                      <a:rPr lang="en-US">
                        <a:latin typeface="Cambria Math"/>
                      </a:rPr>
                      <m:t>𝒃𝒐𝒕𝒕𝒍𝒆𝒏𝒆𝒄𝒌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𝒃𝒘</m:t>
                    </m:r>
                  </m:oMath>
                </a14:m>
                <a:r>
                  <a:rPr lang="en-US" dirty="0"/>
                  <a:t> do:</a:t>
                </a:r>
                <a:endParaRPr lang="en-US" sz="3600" dirty="0"/>
              </a:p>
              <a:p>
                <a:pPr marL="457200" indent="-182880" algn="just">
                  <a:spcAft>
                    <a:spcPts val="0"/>
                  </a:spcAft>
                </a:pPr>
                <a:r>
                  <a:rPr lang="en-US" dirty="0"/>
                  <a:t>        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𝒃𝒐𝒕𝒕𝒍𝒆𝒏𝒆𝒄𝒌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𝒃𝒘</m:t>
                    </m:r>
                    <m:r>
                      <a:rPr lang="en-US">
                        <a:latin typeface="Cambria Math"/>
                      </a:rPr>
                      <m:t>= </m:t>
                    </m:r>
                    <m:r>
                      <a:rPr lang="en-US">
                        <a:latin typeface="Cambria Math"/>
                      </a:rPr>
                      <m:t>𝒄𝒂𝒑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>
                            <a:latin typeface="Cambria Math"/>
                          </a:rPr>
                          <m:t>𝒍𝒊𝒏𝒌</m:t>
                        </m:r>
                      </m:e>
                    </m:d>
                    <m:r>
                      <a:rPr lang="en-US">
                        <a:latin typeface="Cambria Math"/>
                      </a:rPr>
                      <m:t>/(</m:t>
                    </m:r>
                    <m:r>
                      <a:rPr lang="en-US">
                        <a:latin typeface="Cambria Math"/>
                      </a:rPr>
                      <m:t>𝒏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𝒇𝒍𝒐𝒘𝒔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>
                            <a:latin typeface="Cambria Math"/>
                          </a:rPr>
                          <m:t>𝒍𝒊𝒏𝒌</m:t>
                        </m:r>
                      </m:e>
                    </m:d>
                    <m:r>
                      <a:rPr lang="en-US">
                        <a:latin typeface="Cambria Math"/>
                      </a:rPr>
                      <m:t>+</m:t>
                    </m:r>
                    <m:r>
                      <a:rPr lang="en-US">
                        <a:latin typeface="Cambria Math"/>
                      </a:rPr>
                      <m:t>𝟏</m:t>
                    </m:r>
                    <m:r>
                      <a:rPr lang="en-US">
                        <a:latin typeface="Cambria Math"/>
                      </a:rPr>
                      <m:t>)</m:t>
                    </m:r>
                  </m:oMath>
                </a14:m>
                <a:endParaRPr lang="en-US" sz="3600" dirty="0"/>
              </a:p>
              <a:p>
                <a:pPr marL="457200" indent="-182880" algn="just">
                  <a:spcAft>
                    <a:spcPts val="0"/>
                  </a:spcAft>
                </a:pPr>
                <a:r>
                  <a:rPr lang="en-US" dirty="0"/>
                  <a:t>    if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𝒃𝒐𝒕𝒕𝒍𝒆𝒏𝒆𝒄𝒌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𝒃𝒘</m:t>
                    </m:r>
                    <m:r>
                      <a:rPr lang="en-US">
                        <a:latin typeface="Cambria Math"/>
                      </a:rPr>
                      <m:t>&gt;</m:t>
                    </m:r>
                    <m:r>
                      <a:rPr lang="en-US">
                        <a:latin typeface="Cambria Math"/>
                      </a:rPr>
                      <m:t>𝒃𝒆𝒔𝒕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𝒃𝒘</m:t>
                    </m:r>
                  </m:oMath>
                </a14:m>
                <a:r>
                  <a:rPr lang="en-US" dirty="0"/>
                  <a:t> do:</a:t>
                </a:r>
                <a:endParaRPr lang="en-US" sz="3600" dirty="0"/>
              </a:p>
              <a:p>
                <a:pPr marL="457200" indent="-182880" algn="just">
                  <a:spcAft>
                    <a:spcPts val="0"/>
                  </a:spcAft>
                </a:pPr>
                <a:r>
                  <a:rPr lang="en-US" dirty="0"/>
                  <a:t>    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𝒃𝒆𝒔𝒕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𝒑𝒂𝒕𝒉</m:t>
                    </m:r>
                    <m:r>
                      <a:rPr lang="en-US">
                        <a:latin typeface="Cambria Math"/>
                      </a:rPr>
                      <m:t>←</m:t>
                    </m:r>
                    <m:r>
                      <a:rPr lang="en-US">
                        <a:latin typeface="Cambria Math"/>
                      </a:rPr>
                      <m:t>𝒑𝒂𝒕𝒉</m:t>
                    </m:r>
                  </m:oMath>
                </a14:m>
                <a:endParaRPr lang="en-US" sz="3600" dirty="0"/>
              </a:p>
              <a:p>
                <a:pPr marL="457200" indent="-182880" algn="just">
                  <a:spcAft>
                    <a:spcPts val="0"/>
                  </a:spcAft>
                </a:pPr>
                <a:r>
                  <a:rPr lang="en-US" dirty="0"/>
                  <a:t>    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𝒃𝒆𝒔𝒕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𝒃𝒘</m:t>
                    </m:r>
                    <m:r>
                      <a:rPr lang="en-US">
                        <a:latin typeface="Cambria Math"/>
                      </a:rPr>
                      <m:t>←</m:t>
                    </m:r>
                    <m:r>
                      <a:rPr lang="en-US">
                        <a:latin typeface="Cambria Math"/>
                      </a:rPr>
                      <m:t>𝒃𝒐𝒕𝒕𝒍𝒆𝒏𝒆𝒄𝒌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𝒃𝒘</m:t>
                    </m:r>
                  </m:oMath>
                </a14:m>
                <a:endParaRPr lang="en-US" sz="3600" dirty="0"/>
              </a:p>
              <a:p>
                <a:pPr lvl="0" algn="just">
                  <a:buFont typeface="+mj-lt"/>
                  <a:buAutoNum type="arabicPeriod"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𝒍𝒊𝒏𝒌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𝒃𝒆𝒔𝒕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𝒑𝒂𝒕𝒉</m:t>
                    </m:r>
                  </m:oMath>
                </a14:m>
                <a:r>
                  <a:rPr lang="en-US" dirty="0"/>
                  <a:t> do:</a:t>
                </a:r>
                <a:endParaRPr lang="en-US" sz="3600" dirty="0"/>
              </a:p>
              <a:p>
                <a:pPr marL="457200" indent="-182880" algn="just">
                  <a:spcAft>
                    <a:spcPts val="0"/>
                  </a:spcAft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𝒏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𝒇𝒍𝒐𝒘𝒔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>
                            <a:latin typeface="Cambria Math"/>
                          </a:rPr>
                          <m:t>𝒍𝒊𝒏𝒌</m:t>
                        </m:r>
                      </m:e>
                    </m:d>
                    <m:r>
                      <a:rPr lang="en-US">
                        <a:latin typeface="Cambria Math"/>
                      </a:rPr>
                      <m:t>←</m:t>
                    </m:r>
                    <m:r>
                      <a:rPr lang="en-US">
                        <a:latin typeface="Cambria Math"/>
                      </a:rPr>
                      <m:t>𝒏</m:t>
                    </m:r>
                    <m:r>
                      <m:rPr>
                        <m:lit/>
                      </m:rPr>
                      <a:rPr lang="en-US">
                        <a:latin typeface="Cambria Math"/>
                      </a:rPr>
                      <m:t>_</m:t>
                    </m:r>
                    <m:r>
                      <a:rPr lang="en-US">
                        <a:latin typeface="Cambria Math"/>
                      </a:rPr>
                      <m:t>𝒇𝒍𝒐𝒘𝒔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>
                            <a:latin typeface="Cambria Math"/>
                          </a:rPr>
                          <m:t>𝒍𝒊𝒏𝒌</m:t>
                        </m:r>
                      </m:e>
                    </m:d>
                    <m:r>
                      <a:rPr lang="en-US">
                        <a:latin typeface="Cambria Math"/>
                      </a:rPr>
                      <m:t>+</m:t>
                    </m:r>
                    <m:r>
                      <a:rPr lang="en-US">
                        <a:latin typeface="Cambria Math"/>
                      </a:rPr>
                      <m:t>𝟏</m:t>
                    </m:r>
                  </m:oMath>
                </a14:m>
                <a:endParaRPr lang="en-US" sz="3600" dirty="0">
                  <a:solidFill>
                    <a:srgbClr val="42558C"/>
                  </a:solidFill>
                  <a:latin typeface="Palatino Linotype"/>
                  <a:ea typeface="Palatino Linotype"/>
                  <a:cs typeface="Times New Roman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1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4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b="1" dirty="0" smtClean="0"/>
              <a:t>Simulator</a:t>
            </a:r>
          </a:p>
          <a:p>
            <a:pPr marL="742950" lvl="2" indent="-342900"/>
            <a:r>
              <a:rPr lang="en-US" dirty="0" smtClean="0"/>
              <a:t>NS2, OPNET, and other simulators are packet based</a:t>
            </a:r>
          </a:p>
          <a:p>
            <a:pPr marL="742950" lvl="2" indent="-342900"/>
            <a:r>
              <a:rPr lang="en-US" b="1" dirty="0" smtClean="0"/>
              <a:t>We designed our own flow based simulator</a:t>
            </a:r>
            <a:endParaRPr lang="en-US" b="1" dirty="0"/>
          </a:p>
          <a:p>
            <a:pPr marL="342900" lvl="1" indent="-342900">
              <a:buFont typeface="Arial" pitchFamily="34" charset="0"/>
              <a:buChar char="•"/>
            </a:pPr>
            <a:endParaRPr lang="en-US" b="1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b="1" dirty="0" smtClean="0"/>
              <a:t>Traffic Models</a:t>
            </a:r>
          </a:p>
          <a:p>
            <a:pPr marL="742950" lvl="2" indent="-342900"/>
            <a:r>
              <a:rPr lang="en-US" dirty="0" smtClean="0"/>
              <a:t>Three different models: </a:t>
            </a:r>
          </a:p>
          <a:p>
            <a:pPr marL="1200150" lvl="3" indent="-342900"/>
            <a:r>
              <a:rPr lang="en-US" b="1" dirty="0" smtClean="0"/>
              <a:t>Gravity</a:t>
            </a:r>
            <a:endParaRPr lang="en-US" dirty="0" smtClean="0"/>
          </a:p>
          <a:p>
            <a:pPr marL="1200150" lvl="3" indent="-342900"/>
            <a:r>
              <a:rPr lang="en-US" b="1" dirty="0" smtClean="0"/>
              <a:t>Uniform Random</a:t>
            </a:r>
            <a:r>
              <a:rPr lang="en-US" dirty="0" smtClean="0"/>
              <a:t> </a:t>
            </a:r>
          </a:p>
          <a:p>
            <a:pPr marL="1200150" lvl="3" indent="-342900"/>
            <a:r>
              <a:rPr lang="en-US" b="1" dirty="0" smtClean="0"/>
              <a:t>Anti-Gravity</a:t>
            </a:r>
            <a:r>
              <a:rPr lang="en-US" dirty="0" smtClean="0"/>
              <a:t> </a:t>
            </a:r>
          </a:p>
          <a:p>
            <a:pPr marL="1200150" lvl="3" indent="-342900"/>
            <a:endParaRPr lang="en-US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b="1" dirty="0" smtClean="0"/>
              <a:t>Flow </a:t>
            </a:r>
            <a:r>
              <a:rPr lang="en-US" b="1" dirty="0"/>
              <a:t>Size </a:t>
            </a:r>
            <a:r>
              <a:rPr lang="en-US" b="1" dirty="0" smtClean="0"/>
              <a:t>Dist. </a:t>
            </a:r>
          </a:p>
          <a:p>
            <a:pPr marL="742950" lvl="2" indent="-342900"/>
            <a:r>
              <a:rPr lang="en-US" dirty="0"/>
              <a:t>lognormal </a:t>
            </a:r>
            <a:endParaRPr lang="en-US" b="1" dirty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703" y="3810000"/>
            <a:ext cx="4772297" cy="304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122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3886200" cy="4373563"/>
          </a:xfrm>
        </p:spPr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b="1" dirty="0" smtClean="0"/>
              <a:t>Topology</a:t>
            </a:r>
          </a:p>
          <a:p>
            <a:pPr marL="742950" lvl="2" indent="-342900"/>
            <a:r>
              <a:rPr lang="en-US" dirty="0" smtClean="0"/>
              <a:t>Spanish Backbone Network including 30 nodes</a:t>
            </a:r>
            <a:endParaRPr lang="en-US" dirty="0"/>
          </a:p>
          <a:p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828800"/>
            <a:ext cx="449580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711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 Results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Anti-gravity </a:t>
            </a:r>
            <a:r>
              <a:rPr lang="en-US" dirty="0"/>
              <a:t>Traffic model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10931"/>
            <a:ext cx="4419600" cy="321893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wpc="http://schemas.microsoft.com/office/word/2010/wordprocessingCanvas" xmlns:mc="http://schemas.openxmlformats.org/markup-compatibility/2006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pic="http://schemas.openxmlformats.org/drawingml/2006/picture" xmlns:ma14="http://schemas.microsoft.com/office/mac/drawingml/2011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="" xmlns:lc="http://schemas.openxmlformats.org/drawingml/2006/lockedCanvas"/>
            </a:ext>
          </a:extLst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971800"/>
            <a:ext cx="4419600" cy="3218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228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71808"/>
            <a:ext cx="8229600" cy="4373563"/>
          </a:xfrm>
        </p:spPr>
        <p:txBody>
          <a:bodyPr/>
          <a:lstStyle/>
          <a:p>
            <a:r>
              <a:rPr lang="en-US" dirty="0" smtClean="0"/>
              <a:t>Uniform Random Traffic model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0"/>
            <a:ext cx="44196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971800"/>
            <a:ext cx="4800600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301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Gravity Traffic Model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865" y="2590800"/>
            <a:ext cx="4366260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43200"/>
            <a:ext cx="3886200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445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Effect of Path Database Construction Alg.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3" y="3241588"/>
            <a:ext cx="4191000" cy="2930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735" y="3204518"/>
            <a:ext cx="5029200" cy="29306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552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Experiment results show that the proposed bandwidth-aware path selection strategy outperforms ECMP and </a:t>
            </a:r>
            <a:r>
              <a:rPr lang="en-US" dirty="0" smtClean="0"/>
              <a:t>Uniform Random using different traffic models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3932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7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7.3"/>
</p:tagLst>
</file>

<file path=ppt/theme/theme1.xml><?xml version="1.0" encoding="utf-8"?>
<a:theme xmlns:a="http://schemas.openxmlformats.org/drawingml/2006/main" name="Cong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CongA</Template>
  <TotalTime>302</TotalTime>
  <Words>647</Words>
  <Application>Microsoft Office PowerPoint</Application>
  <PresentationFormat>On-screen Show (4:3)</PresentationFormat>
  <Paragraphs>146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CongA</vt:lpstr>
      <vt:lpstr>Routing Decision in SDN: Performance of Reactive Flow Installation in Max-min Fair Network</vt:lpstr>
      <vt:lpstr>Today: ECMP Load Balancing</vt:lpstr>
      <vt:lpstr>Local Load Balance Schemes</vt:lpstr>
      <vt:lpstr>Local Load Balance Schemes</vt:lpstr>
      <vt:lpstr>What about a  Global-Aware Scheme?</vt:lpstr>
      <vt:lpstr>Global-Aware Scheme</vt:lpstr>
      <vt:lpstr>Global-Awareness?</vt:lpstr>
      <vt:lpstr>SDN: Overview</vt:lpstr>
      <vt:lpstr>Main Design</vt:lpstr>
      <vt:lpstr>What are the Design Objectives?</vt:lpstr>
      <vt:lpstr>What are the Constraints?</vt:lpstr>
      <vt:lpstr>Main Design Steps</vt:lpstr>
      <vt:lpstr>Path Database Construction</vt:lpstr>
      <vt:lpstr>Bandwidth-Aware Path Selection</vt:lpstr>
      <vt:lpstr>Bandwidth-Aware Path Selection</vt:lpstr>
      <vt:lpstr>Bandwidth-Aware Path Selection</vt:lpstr>
      <vt:lpstr>Simulation Setup</vt:lpstr>
      <vt:lpstr>Simulation Setup</vt:lpstr>
      <vt:lpstr>Evaluation Results</vt:lpstr>
      <vt:lpstr>Evaluation Results</vt:lpstr>
      <vt:lpstr>Evaluation Results</vt:lpstr>
      <vt:lpstr>Evaluation Results</vt:lpstr>
      <vt:lpstr>Conclusion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 Decision in SDN: Performance of Reactive Flow Installation in Max-min Fair Network</dc:title>
  <dc:creator>Sohail</dc:creator>
  <cp:lastModifiedBy>Sohail Abbasloo</cp:lastModifiedBy>
  <cp:revision>155</cp:revision>
  <dcterms:created xsi:type="dcterms:W3CDTF">2006-08-16T00:00:00Z</dcterms:created>
  <dcterms:modified xsi:type="dcterms:W3CDTF">2015-05-19T19:51:14Z</dcterms:modified>
</cp:coreProperties>
</file>